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5F5811A9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6840EC-287A-A915-C488-A821FBE6BC09}" name="Keanan Freeman" initials="KF" userId="S::keanan@dgcapital.co.za::5c7e1a2e-3264-4f64-956f-7e3e8468db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an Freeman" userId="5c7e1a2e-3264-4f64-956f-7e3e8468db0d" providerId="ADAL" clId="{82B3D585-1475-4069-87EA-6261B23AF962}"/>
    <pc:docChg chg="custSel modSld">
      <pc:chgData name="Keanan Freeman" userId="5c7e1a2e-3264-4f64-956f-7e3e8468db0d" providerId="ADAL" clId="{82B3D585-1475-4069-87EA-6261B23AF962}" dt="2026-08-21T20:28:45.020" v="124" actId="20577"/>
      <pc:docMkLst>
        <pc:docMk/>
      </pc:docMkLst>
      <pc:sldChg chg="addSp delSp modSp mod">
        <pc:chgData name="Keanan Freeman" userId="5c7e1a2e-3264-4f64-956f-7e3e8468db0d" providerId="ADAL" clId="{82B3D585-1475-4069-87EA-6261B23AF962}" dt="2026-08-21T20:28:45.020" v="124" actId="20577"/>
        <pc:sldMkLst>
          <pc:docMk/>
          <pc:sldMk cId="1599607209" sldId="260"/>
        </pc:sldMkLst>
        <pc:spChg chg="add mod">
          <ac:chgData name="Keanan Freeman" userId="5c7e1a2e-3264-4f64-956f-7e3e8468db0d" providerId="ADAL" clId="{82B3D585-1475-4069-87EA-6261B23AF962}" dt="2026-08-21T20:27:29.238" v="61" actId="20577"/>
          <ac:spMkLst>
            <pc:docMk/>
            <pc:sldMk cId="1599607209" sldId="260"/>
            <ac:spMk id="2" creationId="{3BC6AC8F-2DD4-49A9-303D-0BC185F16C1C}"/>
          </ac:spMkLst>
        </pc:spChg>
        <pc:spChg chg="add mod">
          <ac:chgData name="Keanan Freeman" userId="5c7e1a2e-3264-4f64-956f-7e3e8468db0d" providerId="ADAL" clId="{82B3D585-1475-4069-87EA-6261B23AF962}" dt="2026-08-21T20:28:05.616" v="98" actId="20577"/>
          <ac:spMkLst>
            <pc:docMk/>
            <pc:sldMk cId="1599607209" sldId="260"/>
            <ac:spMk id="6" creationId="{2162442C-5F67-E3B6-7CEC-95AEF09E1289}"/>
          </ac:spMkLst>
        </pc:spChg>
        <pc:spChg chg="mod">
          <ac:chgData name="Keanan Freeman" userId="5c7e1a2e-3264-4f64-956f-7e3e8468db0d" providerId="ADAL" clId="{82B3D585-1475-4069-87EA-6261B23AF962}" dt="2026-08-21T20:26:29.455" v="28" actId="1076"/>
          <ac:spMkLst>
            <pc:docMk/>
            <pc:sldMk cId="1599607209" sldId="260"/>
            <ac:spMk id="8" creationId="{4F3D3699-9B69-23FE-19A6-D992CA1CB115}"/>
          </ac:spMkLst>
        </pc:spChg>
        <pc:spChg chg="del">
          <ac:chgData name="Keanan Freeman" userId="5c7e1a2e-3264-4f64-956f-7e3e8468db0d" providerId="ADAL" clId="{82B3D585-1475-4069-87EA-6261B23AF962}" dt="2026-08-21T20:26:50.751" v="35" actId="478"/>
          <ac:spMkLst>
            <pc:docMk/>
            <pc:sldMk cId="1599607209" sldId="260"/>
            <ac:spMk id="10" creationId="{AEFBEB6C-8CA0-187B-34CC-9E61AEB52334}"/>
          </ac:spMkLst>
        </pc:spChg>
        <pc:spChg chg="add mod">
          <ac:chgData name="Keanan Freeman" userId="5c7e1a2e-3264-4f64-956f-7e3e8468db0d" providerId="ADAL" clId="{82B3D585-1475-4069-87EA-6261B23AF962}" dt="2026-08-21T20:27:53.903" v="87" actId="20577"/>
          <ac:spMkLst>
            <pc:docMk/>
            <pc:sldMk cId="1599607209" sldId="260"/>
            <ac:spMk id="11" creationId="{BDCC4522-8773-AABB-F0D1-8A2C50963DEA}"/>
          </ac:spMkLst>
        </pc:spChg>
        <pc:spChg chg="add mod">
          <ac:chgData name="Keanan Freeman" userId="5c7e1a2e-3264-4f64-956f-7e3e8468db0d" providerId="ADAL" clId="{82B3D585-1475-4069-87EA-6261B23AF962}" dt="2026-08-21T20:28:34.236" v="113" actId="20577"/>
          <ac:spMkLst>
            <pc:docMk/>
            <pc:sldMk cId="1599607209" sldId="260"/>
            <ac:spMk id="15" creationId="{DA0365E3-6299-6B96-C07F-F5E4903FA8C5}"/>
          </ac:spMkLst>
        </pc:spChg>
        <pc:spChg chg="add mod">
          <ac:chgData name="Keanan Freeman" userId="5c7e1a2e-3264-4f64-956f-7e3e8468db0d" providerId="ADAL" clId="{82B3D585-1475-4069-87EA-6261B23AF962}" dt="2026-08-21T20:28:11.117" v="107" actId="20577"/>
          <ac:spMkLst>
            <pc:docMk/>
            <pc:sldMk cId="1599607209" sldId="260"/>
            <ac:spMk id="17" creationId="{A5F2B64F-93AC-78C9-578A-7293609EF2FE}"/>
          </ac:spMkLst>
        </pc:spChg>
        <pc:spChg chg="add mod">
          <ac:chgData name="Keanan Freeman" userId="5c7e1a2e-3264-4f64-956f-7e3e8468db0d" providerId="ADAL" clId="{82B3D585-1475-4069-87EA-6261B23AF962}" dt="2026-08-21T20:28:45.020" v="124" actId="20577"/>
          <ac:spMkLst>
            <pc:docMk/>
            <pc:sldMk cId="1599607209" sldId="260"/>
            <ac:spMk id="19" creationId="{A706E53D-9F85-1860-5F15-74B473B0BF50}"/>
          </ac:spMkLst>
        </pc:spChg>
      </pc:sldChg>
    </pc:docChg>
  </pc:docChgLst>
</pc:chgInfo>
</file>

<file path=ppt/comments/modernComment_104_5F5811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D27D8A-B3AA-438D-B244-199955698D5E}" authorId="{1B6840EC-287A-A915-C488-A821FBE6BC09}" created="2026-08-21T09:57:54.230">
    <pc:sldMkLst xmlns:pc="http://schemas.microsoft.com/office/powerpoint/2013/main/command">
      <pc:docMk/>
      <pc:sldMk cId="1599607209" sldId="260"/>
    </pc:sldMkLst>
    <p188:txBody>
      <a:bodyPr/>
      <a:lstStyle/>
      <a:p>
        <a:r>
          <a:rPr lang="en-US"/>
          <a:t>SERVICES PAGE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D21E-64BE-134A-B47B-A2E61B9A6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2631D-2531-D789-5176-9B156BBB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E770-59F8-164F-2238-E1F75E66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A0143-393F-FC1E-B52B-16FB8DCF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3AE03-0DE8-EED1-1F65-9F0CF43A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0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2AFF-A963-1E87-6AB7-E78D1415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8D72E-4F35-6539-063E-2020B05F9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70BDA-75F6-92CE-0F8B-1A030A65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5F90-38AB-515A-599D-22A2F983D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08808-3B6E-BD5A-7B83-A6A5428A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3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EB88-BFF3-5FCC-83A1-6233C77A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FC16D-2F0B-BBE8-CBCC-D1D368332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9DEF9-AB9B-CFC7-8E00-F43896B2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428B-2054-3E97-0BEF-AD2D5143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E349-3064-CDC2-EF34-4271C22F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0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B52D-D798-ECEC-957F-FE44EECA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E57D8-C248-4112-2CEB-377B4CB3C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C7877-4534-5DF7-781A-DBE363A46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AC91-4B34-9D9C-DF71-C5AD9AFA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C0B42-CF56-AFDA-8F2A-89975C00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6DB2A-C011-56F6-96B3-6CA76994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79EB-A484-D14B-301A-D4C59124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D8354-108D-C3C5-3780-FEF9FAACD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6BD33-5C1E-66F4-4117-66A0D5BD2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94016-E3B1-4E20-29FF-D5391C785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BB94E-EF4C-71B1-0860-A94168B40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87CB9-F18D-25B2-B774-6BD01673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092DA0-8A7F-CB73-5EDF-B3EB592E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AD280-726E-01B2-EE71-79DA4DC4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47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CA7D-BD1A-0250-E890-4C28945C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E1E0B-EF0D-1A1A-B3B9-4D7CF473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1450B-12D9-451E-D505-A04865339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D0CE1-2CA6-C3A9-A7CC-34635601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4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8274E-C4E0-1D73-78BD-4E1BF35B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C10487-EEBA-681B-5317-972DD2E9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5475-4F91-53D6-AA82-E993B8A4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3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F741-5A47-D59F-4F8F-F90074EF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B09AC-8902-A75B-A0B0-B0C45D2D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96A57-94AF-A977-7AB2-29D5B52B3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30632-606A-539C-EE44-C421F734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D9A2A-ADC0-37D3-EC66-2EE18DB3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5D5A4-17C9-F82A-49F0-B52E75AC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4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E04C-6833-7D55-AA49-E4D45FED8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D47E2-9DEC-A83A-1961-612D4A4D1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A71D3-8DF9-F17E-1FA2-EBC0B7E4B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315C9-BD23-5F07-6CAD-1CBE16A5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28C0-1535-17EF-C761-58589AA5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3208D-C323-CF58-1A4B-A76B1FC77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8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BE2B-537E-E10F-EFCA-1312725A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EC73A-3BA0-DA18-50C2-383D09951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73D48-8F6F-3074-2465-B3886F14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504A0-4D8A-9F66-8FA3-4B9CE6DB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57F1-A4E5-21D6-D092-3F823B43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7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30C58-C655-00AE-AC89-A5CF23950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CA9C7-FC60-13BF-387A-4773C4039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9ED3E-E389-A137-4C88-DC238789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D749-24C7-0086-16DC-C1726CD5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F403-57FF-745D-95FB-40C8F8E8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0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07571-5098-9D8E-34E5-C5CD5C42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5D7E5-A977-23C7-F06F-3408A1EAD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038F5-2972-CD11-957A-F6143E344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1FE29-8B67-4FD4-A137-8E9033E7276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F33C3-8487-21B6-E37D-F3CB8A202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6306D-A981-0F6B-2293-2EE949B2F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01231-7BC4-4214-9843-373BDB578D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5F5811A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98799A-3FCC-9485-060A-718EA4B25D33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 (HOME, ABOUT, PORTFOLIO, </a:t>
            </a:r>
            <a:br>
              <a:rPr lang="en-US" dirty="0"/>
            </a:br>
            <a:r>
              <a:rPr lang="en-US" dirty="0"/>
              <a:t>SERVICES, BOOKING)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277BC-3B7B-CE66-661E-5E5E1D73B086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11E7D-A47E-7599-1353-D7EBF7AEB7B8}"/>
              </a:ext>
            </a:extLst>
          </p:cNvPr>
          <p:cNvSpPr txBox="1"/>
          <p:nvPr/>
        </p:nvSpPr>
        <p:spPr>
          <a:xfrm>
            <a:off x="4444999" y="1244600"/>
            <a:ext cx="2314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SERVICES &amp; PRICING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D3699-9B69-23FE-19A6-D992CA1CB115}"/>
              </a:ext>
            </a:extLst>
          </p:cNvPr>
          <p:cNvSpPr txBox="1"/>
          <p:nvPr/>
        </p:nvSpPr>
        <p:spPr>
          <a:xfrm>
            <a:off x="3391368" y="2180123"/>
            <a:ext cx="457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WILL INCLUDE SERVICE OFFERINGS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DB5B44-2FDD-BE30-BC15-7EE11FA1C782}"/>
              </a:ext>
            </a:extLst>
          </p:cNvPr>
          <p:cNvSpPr/>
          <p:nvPr/>
        </p:nvSpPr>
        <p:spPr>
          <a:xfrm>
            <a:off x="3811698" y="5708133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DD3AE8-3203-C4A0-4FC4-56DDFA165D30}"/>
              </a:ext>
            </a:extLst>
          </p:cNvPr>
          <p:cNvSpPr txBox="1"/>
          <p:nvPr/>
        </p:nvSpPr>
        <p:spPr>
          <a:xfrm>
            <a:off x="4093869" y="6488668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Instagram | Contact | Location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C6AC8F-2DD4-49A9-303D-0BC185F16C1C}"/>
              </a:ext>
            </a:extLst>
          </p:cNvPr>
          <p:cNvSpPr/>
          <p:nvPr/>
        </p:nvSpPr>
        <p:spPr>
          <a:xfrm>
            <a:off x="2265528" y="2784143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 TATTOOS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2442C-5F67-E3B6-7CEC-95AEF09E1289}"/>
              </a:ext>
            </a:extLst>
          </p:cNvPr>
          <p:cNvSpPr/>
          <p:nvPr/>
        </p:nvSpPr>
        <p:spPr>
          <a:xfrm>
            <a:off x="4285831" y="2784143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COVER-UPS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C4522-8773-AABB-F0D1-8A2C50963DEA}"/>
              </a:ext>
            </a:extLst>
          </p:cNvPr>
          <p:cNvSpPr/>
          <p:nvPr/>
        </p:nvSpPr>
        <p:spPr>
          <a:xfrm>
            <a:off x="2265528" y="3942162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DISCUSS YOUR TATTOO IDEA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0365E3-6299-6B96-C07F-F5E4903FA8C5}"/>
              </a:ext>
            </a:extLst>
          </p:cNvPr>
          <p:cNvSpPr/>
          <p:nvPr/>
        </p:nvSpPr>
        <p:spPr>
          <a:xfrm>
            <a:off x="4285831" y="3942162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F2B64F-93AC-78C9-578A-7293609EF2FE}"/>
              </a:ext>
            </a:extLst>
          </p:cNvPr>
          <p:cNvSpPr/>
          <p:nvPr/>
        </p:nvSpPr>
        <p:spPr>
          <a:xfrm>
            <a:off x="6700406" y="2797790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 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6E53D-9F85-1860-5F15-74B473B0BF50}"/>
              </a:ext>
            </a:extLst>
          </p:cNvPr>
          <p:cNvSpPr/>
          <p:nvPr/>
        </p:nvSpPr>
        <p:spPr>
          <a:xfrm>
            <a:off x="6759800" y="3969456"/>
            <a:ext cx="1125840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COLOUR WORK</a:t>
            </a:r>
          </a:p>
        </p:txBody>
      </p:sp>
    </p:spTree>
    <p:extLst>
      <p:ext uri="{BB962C8B-B14F-4D97-AF65-F5344CB8AC3E}">
        <p14:creationId xmlns:p14="http://schemas.microsoft.com/office/powerpoint/2010/main" val="15996072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2026-08-21T10:15:24Z</dcterms:created>
  <dcterms:modified xsi:type="dcterms:W3CDTF">2026-08-21T20:28:50Z</dcterms:modified>
</cp:coreProperties>
</file>