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5_398FDF17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B6840EC-287A-A915-C488-A821FBE6BC09}" name="Keanan Freeman" initials="KF" userId="S::keanan@dgcapital.co.za::5c7e1a2e-3264-4f64-956f-7e3e8468db0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69" autoAdjust="0"/>
    <p:restoredTop sz="94660"/>
  </p:normalViewPr>
  <p:slideViewPr>
    <p:cSldViewPr snapToGrid="0">
      <p:cViewPr varScale="1">
        <p:scale>
          <a:sx n="77" d="100"/>
          <a:sy n="77" d="100"/>
        </p:scale>
        <p:origin x="58" y="3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8/10/relationships/authors" Target="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omments/modernComment_105_398FDF1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582DAC9-8246-4B87-8562-0C23BF410781}" authorId="{1B6840EC-287A-A915-C488-A821FBE6BC09}" created="2026-08-21T09:58:07.714">
    <pc:sldMkLst xmlns:pc="http://schemas.microsoft.com/office/powerpoint/2013/main/command">
      <pc:docMk/>
      <pc:sldMk cId="965730071" sldId="261"/>
    </pc:sldMkLst>
    <p188:txBody>
      <a:bodyPr/>
      <a:lstStyle/>
      <a:p>
        <a:r>
          <a:rPr lang="en-US"/>
          <a:t>CONTACT/BOOKING PAGE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CFFF4-4CBD-CAD6-EB0F-95D445BCFF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CD30AC-D65F-60C4-3C55-79FC9F0411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7C2C82-BBE5-B4E9-A130-516CD363F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2F4F8-0B52-40F0-8522-8CCC68D23D3F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304AB7-61E8-9142-6CB5-3998B1CCE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A541F-3D26-B0C6-73CD-5A887BA10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DA708-FCAC-4A9A-8C53-EB7911C215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087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00071-0FCE-AC13-B824-34C8C06CF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319108-8FD2-4D92-74DC-2A081640D6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4D1141-5A5A-690E-04C3-361E8FEA1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2F4F8-0B52-40F0-8522-8CCC68D23D3F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8DC254-E3C8-9EE5-8F4C-477151F26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43558C-503C-953E-F3D6-F042FB36F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DA708-FCAC-4A9A-8C53-EB7911C215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255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4C655-A0B6-5A8D-7C3B-959A12D63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7F5DC-2EF4-0B4D-401D-2487FA9FC6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26DA8A-EEBF-A287-A3A9-2D5615F3C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2F4F8-0B52-40F0-8522-8CCC68D23D3F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C8214E-EC1D-21EC-FF8C-6E4115BAF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82E75C-E4C7-4A32-9D07-053D5FFF6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DA708-FCAC-4A9A-8C53-EB7911C215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229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2E4C1-4C27-5E3B-F992-6853A8247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E008A-EB86-73A9-0908-065E3DC62C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8A5C3A-0ADE-BDD9-526D-52DEBB736A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9B0B5A-C407-5E70-3A85-06175E3E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2F4F8-0B52-40F0-8522-8CCC68D23D3F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E1202F-C22B-3F9F-1F4C-6233AF6CF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1E8EC7-1FE8-57D7-85E8-0B6E2CBD6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DA708-FCAC-4A9A-8C53-EB7911C215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433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5F475-6345-B714-D869-59F2145EA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772BEE-F4EC-C026-5759-50545DD5DB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3C1F4E-DC88-D5C6-49C5-5D9979AECE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3F400D-8F84-7F2E-36B9-B5200DB950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5F57E1-E8C5-375B-5277-6D44FA3291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C0F0C6-A89C-705F-46DA-1BF1517C0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2F4F8-0B52-40F0-8522-8CCC68D23D3F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80206A-736F-09D9-EF72-C877D2284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3887A3-CA65-1ABE-BC3B-541E7FA00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DA708-FCAC-4A9A-8C53-EB7911C215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923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7E258-2B52-5F0F-7402-4705B5E0A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AD013D-0156-5874-05B5-76BA98E70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2F4F8-0B52-40F0-8522-8CCC68D23D3F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83AED4-2ABE-5961-8066-DDE7C12D4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78189C-48B2-37C3-7A37-E2AAF8B86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DA708-FCAC-4A9A-8C53-EB7911C215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155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29F5AD-7B0E-1FBE-2541-3DE0B8EC9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2F4F8-0B52-40F0-8522-8CCC68D23D3F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661383-DD65-32B4-E772-D3D48E2C2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8557A5-5592-0D47-A8D2-B63979EDB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DA708-FCAC-4A9A-8C53-EB7911C215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28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D672A-2EE9-E5A6-605F-37221B5B7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5670E-F586-D5A6-D205-01F6098B31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D454A8-0AA6-6336-B71C-9E5C0013C2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21F4D7-8E50-130E-BEF0-D54F4D145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2F4F8-0B52-40F0-8522-8CCC68D23D3F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1C52A8-0152-F8E4-22BA-719BA7B37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75D5ED-25D8-0686-A8BC-6ACF0F942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DA708-FCAC-4A9A-8C53-EB7911C215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124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83E94-9FF4-8189-D95C-CDCDF3CE6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EF6D9D-359B-E2D1-F89F-DE4068C448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9B45AE-81F2-9ED6-8847-381683D6CC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6D58DF-A6D2-9953-D1A2-46285608C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2F4F8-0B52-40F0-8522-8CCC68D23D3F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2A21B1-F33A-1FB5-62C4-347BB0FB6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1D9B39-DE36-CE9A-36B0-58D050187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DA708-FCAC-4A9A-8C53-EB7911C215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785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86C79-AAA3-8E16-1831-9869C98D6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516D0B-3CBD-FECA-894D-A624EFBE3B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8F3F2A-0C2F-B901-F918-7E2CAF9C9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2F4F8-0B52-40F0-8522-8CCC68D23D3F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848D7B-983A-C3FA-A2C7-BD2376921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AB19C2-39DA-FEB5-363F-8CB1CA913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DA708-FCAC-4A9A-8C53-EB7911C215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339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235481-9DB3-0503-E78D-FA93CF3157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92FD42-D430-CA2F-EF6D-E6E78453D1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C65A0A-56E0-20CA-1FFF-A6675864B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2F4F8-0B52-40F0-8522-8CCC68D23D3F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C40BB5-73B4-5867-C240-BCCF118B6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6665A4-7A36-4C1E-99C5-DE7DF9C82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6DA708-FCAC-4A9A-8C53-EB7911C215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492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F0925B-E547-5B9A-0A66-D593CC6AA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9502A4-DE9D-7EBD-6A0D-EC09CE5E68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D50EB4-6631-49FD-E7D2-040F412867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42F4F8-0B52-40F0-8522-8CCC68D23D3F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D5650A-097F-AC29-8DAC-F0751F7CAF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6A8ABB-F853-2CE7-73DA-09E79BAB77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6DA708-FCAC-4A9A-8C53-EB7911C215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04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5_398FDF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8D9879F-29C2-3E12-F019-45569930B915}"/>
              </a:ext>
            </a:extLst>
          </p:cNvPr>
          <p:cNvSpPr/>
          <p:nvPr/>
        </p:nvSpPr>
        <p:spPr>
          <a:xfrm>
            <a:off x="59266" y="143933"/>
            <a:ext cx="12073467" cy="9233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NAVIGATION PANE (HOME, ABOUT, PORTFOLIO, </a:t>
            </a:r>
            <a:br>
              <a:rPr lang="en-US" dirty="0"/>
            </a:br>
            <a:r>
              <a:rPr lang="en-US" dirty="0"/>
              <a:t>SERVICES, BOOKING)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ED10EA-1098-26F4-EF0D-0BECF41723E1}"/>
              </a:ext>
            </a:extLst>
          </p:cNvPr>
          <p:cNvSpPr/>
          <p:nvPr/>
        </p:nvSpPr>
        <p:spPr>
          <a:xfrm>
            <a:off x="228601" y="270933"/>
            <a:ext cx="1439332" cy="651934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LOGO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1397D62-EC16-3FA5-A9FF-DBF469CCF720}"/>
              </a:ext>
            </a:extLst>
          </p:cNvPr>
          <p:cNvSpPr/>
          <p:nvPr/>
        </p:nvSpPr>
        <p:spPr>
          <a:xfrm>
            <a:off x="4123267" y="1218736"/>
            <a:ext cx="3073400" cy="8466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BOOK A TATTOO:</a:t>
            </a:r>
            <a:br>
              <a:rPr lang="en-US" dirty="0"/>
            </a:br>
            <a:r>
              <a:rPr lang="en-US" dirty="0"/>
              <a:t>TELL ME ABOUT YOUR TATTTOO IDEA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D85C31-5CAD-F1ED-AA64-1376E1E0276A}"/>
              </a:ext>
            </a:extLst>
          </p:cNvPr>
          <p:cNvSpPr txBox="1"/>
          <p:nvPr/>
        </p:nvSpPr>
        <p:spPr>
          <a:xfrm>
            <a:off x="1159933" y="2065404"/>
            <a:ext cx="4744760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NAME:</a:t>
            </a:r>
          </a:p>
          <a:p>
            <a:endParaRPr lang="en-US" dirty="0"/>
          </a:p>
          <a:p>
            <a:r>
              <a:rPr lang="en-US" dirty="0"/>
              <a:t>EMAIL:</a:t>
            </a:r>
          </a:p>
          <a:p>
            <a:endParaRPr lang="en-US" dirty="0"/>
          </a:p>
          <a:p>
            <a:r>
              <a:rPr lang="en-US" dirty="0"/>
              <a:t>PHONE NO:</a:t>
            </a:r>
          </a:p>
          <a:p>
            <a:endParaRPr lang="en-US" dirty="0"/>
          </a:p>
          <a:p>
            <a:r>
              <a:rPr lang="en-US" dirty="0"/>
              <a:t>TATTOO IDEA:        [ UPLOAD IMAGE ]</a:t>
            </a:r>
          </a:p>
          <a:p>
            <a:endParaRPr lang="en-US" dirty="0"/>
          </a:p>
          <a:p>
            <a:r>
              <a:rPr lang="en-US" dirty="0"/>
              <a:t>PLACEMENT:</a:t>
            </a:r>
          </a:p>
          <a:p>
            <a:endParaRPr lang="en-US" dirty="0"/>
          </a:p>
          <a:p>
            <a:r>
              <a:rPr lang="en-US" dirty="0"/>
              <a:t>APPROX. SIZE: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PREFERRED DATE:           [ CALENDAR POP-UP ]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4D908C8-1BE8-A6FC-95AA-9DBFDB331667}"/>
              </a:ext>
            </a:extLst>
          </p:cNvPr>
          <p:cNvSpPr/>
          <p:nvPr/>
        </p:nvSpPr>
        <p:spPr>
          <a:xfrm>
            <a:off x="1049865" y="5758259"/>
            <a:ext cx="4148667" cy="8466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CONTACT:</a:t>
            </a:r>
            <a:br>
              <a:rPr lang="en-US" dirty="0"/>
            </a:br>
            <a:r>
              <a:rPr lang="en-US" dirty="0"/>
              <a:t>INSTAGRAM   |  PHONE  |  STUDIO LOCATION</a:t>
            </a:r>
          </a:p>
        </p:txBody>
      </p:sp>
    </p:spTree>
    <p:extLst>
      <p:ext uri="{BB962C8B-B14F-4D97-AF65-F5344CB8AC3E}">
        <p14:creationId xmlns:p14="http://schemas.microsoft.com/office/powerpoint/2010/main" val="96573007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</Words>
  <Application>Microsoft Office PowerPoint</Application>
  <PresentationFormat>Widescreen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Keanan Freeman</dc:creator>
  <cp:lastModifiedBy>Keanan Freeman</cp:lastModifiedBy>
  <cp:revision>1</cp:revision>
  <dcterms:created xsi:type="dcterms:W3CDTF">2026-08-21T10:15:50Z</dcterms:created>
  <dcterms:modified xsi:type="dcterms:W3CDTF">2026-08-21T10:16:24Z</dcterms:modified>
</cp:coreProperties>
</file>