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02_9B693889.xml" ContentType="application/vnd.ms-powerpoint.comments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B6840EC-287A-A915-C488-A821FBE6BC09}" name="Keanan Freeman" initials="KF" userId="S::keanan@dgcapital.co.za::5c7e1a2e-3264-4f64-956f-7e3e8468db0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69" autoAdjust="0"/>
    <p:restoredTop sz="94660"/>
  </p:normalViewPr>
  <p:slideViewPr>
    <p:cSldViewPr snapToGrid="0">
      <p:cViewPr varScale="1">
        <p:scale>
          <a:sx n="70" d="100"/>
          <a:sy n="70" d="100"/>
        </p:scale>
        <p:origin x="78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8/10/relationships/authors" Target="authors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anan Freeman" userId="5c7e1a2e-3264-4f64-956f-7e3e8468db0d" providerId="ADAL" clId="{82B3D585-1475-4069-87EA-6261B23AF962}"/>
    <pc:docChg chg="modSld">
      <pc:chgData name="Keanan Freeman" userId="5c7e1a2e-3264-4f64-956f-7e3e8468db0d" providerId="ADAL" clId="{82B3D585-1475-4069-87EA-6261B23AF962}" dt="2026-08-21T12:24:05.098" v="5" actId="20577"/>
      <pc:docMkLst>
        <pc:docMk/>
      </pc:docMkLst>
      <pc:sldChg chg="modSp mod">
        <pc:chgData name="Keanan Freeman" userId="5c7e1a2e-3264-4f64-956f-7e3e8468db0d" providerId="ADAL" clId="{82B3D585-1475-4069-87EA-6261B23AF962}" dt="2026-08-21T12:24:05.098" v="5" actId="20577"/>
        <pc:sldMkLst>
          <pc:docMk/>
          <pc:sldMk cId="2607364233" sldId="258"/>
        </pc:sldMkLst>
        <pc:spChg chg="mod">
          <ac:chgData name="Keanan Freeman" userId="5c7e1a2e-3264-4f64-956f-7e3e8468db0d" providerId="ADAL" clId="{82B3D585-1475-4069-87EA-6261B23AF962}" dt="2026-08-21T12:24:05.098" v="5" actId="20577"/>
          <ac:spMkLst>
            <pc:docMk/>
            <pc:sldMk cId="2607364233" sldId="258"/>
            <ac:spMk id="15" creationId="{8DF9F2D5-245D-7996-99D0-E385060E447D}"/>
          </ac:spMkLst>
        </pc:spChg>
      </pc:sldChg>
    </pc:docChg>
  </pc:docChgLst>
</pc:chgInfo>
</file>

<file path=ppt/comments/modernComment_102_9B69388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A36B424-ADA1-47C0-912A-BD37F002E603}" authorId="{1B6840EC-287A-A915-C488-A821FBE6BC09}" created="2026-08-21T09:57:30.356">
    <pc:sldMkLst xmlns:pc="http://schemas.microsoft.com/office/powerpoint/2013/main/command">
      <pc:docMk/>
      <pc:sldMk cId="2607364233" sldId="258"/>
    </pc:sldMkLst>
    <p188:txBody>
      <a:bodyPr/>
      <a:lstStyle/>
      <a:p>
        <a:r>
          <a:rPr lang="en-US"/>
          <a:t>ABOUT PAGE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0B786-B4ED-5A39-3BD1-AD4CE516F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8018A6-805D-FBC0-CA95-0F735480A5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F10D14-8EB6-C509-35A7-9AF0F3701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27D1-CB77-4440-AFCD-DA1FD9B5EB29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6C581C-8713-8B67-0FBB-F94A1B504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C4BA7D-CF3D-6C3A-A5E5-BA9CF11C8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51405-E429-4153-B776-D0D6818A2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124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2FEE3-2765-3430-A5F3-B294E5EE5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425EF-E430-30D7-7CF4-881DCBEC0B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1AD0FE-EDF7-110C-B4B3-38D232716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27D1-CB77-4440-AFCD-DA1FD9B5EB29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35187-29F7-69B3-6518-3404435B3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197B02-69AA-5C8E-9939-81BFF5026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51405-E429-4153-B776-D0D6818A2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497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DD7B2-DCB0-BB9E-9448-7F0139DD7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62AD87-B9FF-2404-EC16-023538F6EC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ECD29A-8C2C-BCD2-1BC2-9BA589006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27D1-CB77-4440-AFCD-DA1FD9B5EB29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CA2BFC-8D75-1972-2B13-9A240FF35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83AA9E-5083-DA0A-9818-09FA34D8D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51405-E429-4153-B776-D0D6818A2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327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54C92-E801-0F20-2792-04C64D1DE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9ED8E7-FD34-7552-A482-6CEA3657B3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D89DC-ED72-BD03-C9B3-AC4439F186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B45488-7ABC-64FC-03AB-4D6025685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27D1-CB77-4440-AFCD-DA1FD9B5EB29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3340E-BC7E-EB3F-70B1-EE72216D8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0AC43E-942A-F7DE-800A-18304045A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51405-E429-4153-B776-D0D6818A2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4734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783C3-B336-8448-3770-544F1D22A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B597FC-DDB6-9C37-DC3C-BC4FA5DF1F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F236D2-981D-E2B6-6647-116A66A81C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960FBB-D2BE-4C4D-3D38-A6C418B71E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EB68C8-FE0B-5B79-D963-554155A532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0FDECA-E696-2789-A0AA-1D465B900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27D1-CB77-4440-AFCD-DA1FD9B5EB29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578DD4-EBEF-B8CD-13EE-3D316E0D9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F094D7-10D5-000C-AC5F-AB184E3A0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51405-E429-4153-B776-D0D6818A2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040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2F9FE-F762-4391-461F-B800F55D3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158207-0225-D42C-2083-80E7992E7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27D1-CB77-4440-AFCD-DA1FD9B5EB29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5BCC90-D82F-D82B-D1B0-64F3BC935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EA48AD-0AB0-4CA0-2B4B-F95FC3F18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51405-E429-4153-B776-D0D6818A2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379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A98219-EE8B-EF03-5705-764789B7C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27D1-CB77-4440-AFCD-DA1FD9B5EB29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C3D826-40AD-5FE5-380D-D7002C2FB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204EF8-7B59-ED7C-BBA1-F35C01835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51405-E429-4153-B776-D0D6818A2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674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C39D9-7501-FD79-6523-908DCBB61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15AEDA-40A8-D603-E64E-CE19B1CDFC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B65E03-E20D-883C-9C44-AF62630FCA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F089B6-8DF4-7AE5-7133-F8E56B693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27D1-CB77-4440-AFCD-DA1FD9B5EB29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A20783-0749-B233-3F10-FE710A083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A87B17-CD0A-77EE-1A22-5F8C19F9C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51405-E429-4153-B776-D0D6818A2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40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043E1-C1CE-BB76-F4F5-3306668E7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98E7D9-E641-0CB4-7E4A-56C9C2FCD4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5780A8-8373-3F25-FC8F-1C05C919B5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B7A34B-D5A8-D5E7-C279-F9BCBA103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27D1-CB77-4440-AFCD-DA1FD9B5EB29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7BBD63-5EAC-5C59-9D36-33F45627B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D0AED2-E6A0-470B-1FCC-A063F48CE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51405-E429-4153-B776-D0D6818A2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914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78D4D-E089-F5F2-D117-C790CD058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709AE7-0035-BF26-EF62-2EE11AFB64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7350B9-1B66-E850-07E9-72A79729D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27D1-CB77-4440-AFCD-DA1FD9B5EB29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C71D0-1C78-63F0-4CCE-0CCF9B125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5204D-8000-75BE-A61A-08A9ABCF6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51405-E429-4153-B776-D0D6818A2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321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DB2981-2FF8-78E5-9D72-FFFE416246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8F558E-7852-1DF4-FA06-C1E36CC791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A503EA-C2DB-0473-EA94-2F576DF3C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27D1-CB77-4440-AFCD-DA1FD9B5EB29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F4750-BE68-FDD0-17DD-B79A86A76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530DE3-F55A-F5DC-2002-6DE90A22B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51405-E429-4153-B776-D0D6818A2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567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70B456-01BE-4AFE-877F-B9B1030AF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9CED30-449A-507F-F0F6-3E54A5D9F3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D95C9E-20E7-4875-F258-1A2C4C2F36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3227D1-CB77-4440-AFCD-DA1FD9B5EB29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0961E4-4948-C59A-2BDE-ABE558D71C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90480-E2B1-CC2F-31EB-EDE93566FB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351405-E429-4153-B776-D0D6818A2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228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2_9B69388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2669C-25CE-9563-7B40-86638DC42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27DB0AC-F422-62C6-6009-7F4B50DCB599}"/>
              </a:ext>
            </a:extLst>
          </p:cNvPr>
          <p:cNvSpPr/>
          <p:nvPr/>
        </p:nvSpPr>
        <p:spPr>
          <a:xfrm>
            <a:off x="59266" y="143933"/>
            <a:ext cx="12073467" cy="9233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NAVIGATION PANE (HOME, ABOUT, PORTFOLIO, </a:t>
            </a:r>
            <a:br>
              <a:rPr lang="en-US" dirty="0"/>
            </a:br>
            <a:r>
              <a:rPr lang="en-US" dirty="0"/>
              <a:t>SERVICES, BOOKING)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26D8983-45CF-6DB0-5E62-14F4E01A94FA}"/>
              </a:ext>
            </a:extLst>
          </p:cNvPr>
          <p:cNvSpPr/>
          <p:nvPr/>
        </p:nvSpPr>
        <p:spPr>
          <a:xfrm>
            <a:off x="228601" y="270933"/>
            <a:ext cx="1439332" cy="651934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LOGO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F0FCA3-4775-94F2-89E5-2293D44A1EB9}"/>
              </a:ext>
            </a:extLst>
          </p:cNvPr>
          <p:cNvSpPr txBox="1"/>
          <p:nvPr/>
        </p:nvSpPr>
        <p:spPr>
          <a:xfrm>
            <a:off x="4474632" y="1688910"/>
            <a:ext cx="3691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[LARGE PHOTO OF THE ARTIST]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FDEC8F4-591A-3E6E-498F-A787131FBE2E}"/>
              </a:ext>
            </a:extLst>
          </p:cNvPr>
          <p:cNvSpPr/>
          <p:nvPr/>
        </p:nvSpPr>
        <p:spPr>
          <a:xfrm>
            <a:off x="4474632" y="4612181"/>
            <a:ext cx="2633133" cy="923330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BOOK TATTOO</a:t>
            </a:r>
            <a:br>
              <a:rPr lang="en-US" dirty="0"/>
            </a:br>
            <a:r>
              <a:rPr lang="en-US" dirty="0"/>
              <a:t>*button*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9150E1-BFB3-F7A9-0BE3-2842E4F7C9F1}"/>
              </a:ext>
            </a:extLst>
          </p:cNvPr>
          <p:cNvSpPr txBox="1"/>
          <p:nvPr/>
        </p:nvSpPr>
        <p:spPr>
          <a:xfrm>
            <a:off x="4813297" y="1193421"/>
            <a:ext cx="2203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[ABOUT THE ARTIST]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2A8957-2FF5-A9C9-001B-2A2DB4354E51}"/>
              </a:ext>
            </a:extLst>
          </p:cNvPr>
          <p:cNvSpPr txBox="1"/>
          <p:nvPr/>
        </p:nvSpPr>
        <p:spPr>
          <a:xfrm>
            <a:off x="2489200" y="2074081"/>
            <a:ext cx="1196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MY STORY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A56962-EB54-0397-20B7-6CFD2725ED99}"/>
              </a:ext>
            </a:extLst>
          </p:cNvPr>
          <p:cNvSpPr txBox="1"/>
          <p:nvPr/>
        </p:nvSpPr>
        <p:spPr>
          <a:xfrm>
            <a:off x="2562233" y="2443413"/>
            <a:ext cx="1050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[PHOTO]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0A62CF-D2D2-4479-7BC1-7EDAFA33DC27}"/>
              </a:ext>
            </a:extLst>
          </p:cNvPr>
          <p:cNvSpPr txBox="1"/>
          <p:nvPr/>
        </p:nvSpPr>
        <p:spPr>
          <a:xfrm>
            <a:off x="4554711" y="2166414"/>
            <a:ext cx="308257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BIOGRAPHY / BACKGROUND</a:t>
            </a:r>
          </a:p>
          <a:p>
            <a:r>
              <a:rPr lang="en-US" dirty="0"/>
              <a:t>EXPERIENCE</a:t>
            </a:r>
          </a:p>
          <a:p>
            <a:r>
              <a:rPr lang="en-US" dirty="0"/>
              <a:t>APPROACH TO TATTOOING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F9F2D5-245D-7996-99D0-E385060E447D}"/>
              </a:ext>
            </a:extLst>
          </p:cNvPr>
          <p:cNvSpPr txBox="1"/>
          <p:nvPr/>
        </p:nvSpPr>
        <p:spPr>
          <a:xfrm>
            <a:off x="2489200" y="3250798"/>
            <a:ext cx="549144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MY SPECIALTIES</a:t>
            </a:r>
          </a:p>
          <a:p>
            <a:endParaRPr lang="en-US" dirty="0"/>
          </a:p>
          <a:p>
            <a:r>
              <a:rPr lang="en-US" dirty="0"/>
              <a:t>[LINE WORK]</a:t>
            </a:r>
            <a:r>
              <a:rPr lang="en-US"/>
              <a:t>	[MICROS]</a:t>
            </a:r>
            <a:r>
              <a:rPr lang="en-US" dirty="0"/>
              <a:t>	[BLACK &amp; GREY]</a:t>
            </a:r>
          </a:p>
          <a:p>
            <a:r>
              <a:rPr lang="en-US" dirty="0"/>
              <a:t>[COLOUR]	[CUSTOM WORK]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8E6D7C4-E1CC-E3C0-3B60-DCB735BDEDA5}"/>
              </a:ext>
            </a:extLst>
          </p:cNvPr>
          <p:cNvSpPr/>
          <p:nvPr/>
        </p:nvSpPr>
        <p:spPr>
          <a:xfrm>
            <a:off x="4048205" y="5801267"/>
            <a:ext cx="3733800" cy="7281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Footer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901B0C0-4719-F8DD-369A-9EFF27B8B515}"/>
              </a:ext>
            </a:extLst>
          </p:cNvPr>
          <p:cNvSpPr txBox="1"/>
          <p:nvPr/>
        </p:nvSpPr>
        <p:spPr>
          <a:xfrm>
            <a:off x="4330376" y="6509453"/>
            <a:ext cx="3169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Instagram | Contact | Location</a:t>
            </a:r>
          </a:p>
        </p:txBody>
      </p:sp>
    </p:spTree>
    <p:extLst>
      <p:ext uri="{BB962C8B-B14F-4D97-AF65-F5344CB8AC3E}">
        <p14:creationId xmlns:p14="http://schemas.microsoft.com/office/powerpoint/2010/main" val="260736423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</Words>
  <Application>Microsoft Office PowerPoint</Application>
  <PresentationFormat>Widescreen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Keanan Freeman</dc:creator>
  <cp:lastModifiedBy>Keanan Freeman</cp:lastModifiedBy>
  <cp:revision>1</cp:revision>
  <dcterms:created xsi:type="dcterms:W3CDTF">2026-08-21T10:14:13Z</dcterms:created>
  <dcterms:modified xsi:type="dcterms:W3CDTF">2026-08-21T12:24:06Z</dcterms:modified>
</cp:coreProperties>
</file>