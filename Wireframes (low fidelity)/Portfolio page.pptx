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3_5A396C7B.xml" ContentType="application/vnd.ms-powerpoint.comments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B6840EC-287A-A915-C488-A821FBE6BC09}" name="Keanan Freeman" initials="KF" userId="S::keanan@dgcapital.co.za::5c7e1a2e-3264-4f64-956f-7e3e8468db0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69" autoAdjust="0"/>
    <p:restoredTop sz="94660"/>
  </p:normalViewPr>
  <p:slideViewPr>
    <p:cSldViewPr snapToGrid="0">
      <p:cViewPr varScale="1">
        <p:scale>
          <a:sx n="70" d="100"/>
          <a:sy n="70" d="100"/>
        </p:scale>
        <p:origin x="78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anan Freeman" userId="5c7e1a2e-3264-4f64-956f-7e3e8468db0d" providerId="ADAL" clId="{82B3D585-1475-4069-87EA-6261B23AF962}"/>
    <pc:docChg chg="custSel modSld">
      <pc:chgData name="Keanan Freeman" userId="5c7e1a2e-3264-4f64-956f-7e3e8468db0d" providerId="ADAL" clId="{82B3D585-1475-4069-87EA-6261B23AF962}" dt="2026-08-21T20:59:21.200" v="17" actId="6549"/>
      <pc:docMkLst>
        <pc:docMk/>
      </pc:docMkLst>
      <pc:sldChg chg="delSp modSp mod">
        <pc:chgData name="Keanan Freeman" userId="5c7e1a2e-3264-4f64-956f-7e3e8468db0d" providerId="ADAL" clId="{82B3D585-1475-4069-87EA-6261B23AF962}" dt="2026-08-21T20:59:21.200" v="17" actId="6549"/>
        <pc:sldMkLst>
          <pc:docMk/>
          <pc:sldMk cId="1513712763" sldId="259"/>
        </pc:sldMkLst>
        <pc:spChg chg="mod">
          <ac:chgData name="Keanan Freeman" userId="5c7e1a2e-3264-4f64-956f-7e3e8468db0d" providerId="ADAL" clId="{82B3D585-1475-4069-87EA-6261B23AF962}" dt="2026-08-21T20:59:21.200" v="17" actId="6549"/>
          <ac:spMkLst>
            <pc:docMk/>
            <pc:sldMk cId="1513712763" sldId="259"/>
            <ac:spMk id="14" creationId="{D1B13DC5-2FC4-2BD1-6321-8C2E6057886F}"/>
          </ac:spMkLst>
        </pc:spChg>
        <pc:spChg chg="del">
          <ac:chgData name="Keanan Freeman" userId="5c7e1a2e-3264-4f64-956f-7e3e8468db0d" providerId="ADAL" clId="{82B3D585-1475-4069-87EA-6261B23AF962}" dt="2026-08-21T20:59:03.627" v="16" actId="478"/>
          <ac:spMkLst>
            <pc:docMk/>
            <pc:sldMk cId="1513712763" sldId="259"/>
            <ac:spMk id="34" creationId="{6E4C452E-0CCC-9BCB-1F8A-DCB71649CC9D}"/>
          </ac:spMkLst>
        </pc:spChg>
      </pc:sldChg>
    </pc:docChg>
  </pc:docChgLst>
</pc:chgInfo>
</file>

<file path=ppt/comments/modernComment_103_5A396C7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42C7B46-F455-433C-9AF8-1396EA7F9F43}" authorId="{1B6840EC-287A-A915-C488-A821FBE6BC09}" created="2026-08-21T09:57:41.467">
    <pc:sldMkLst xmlns:pc="http://schemas.microsoft.com/office/powerpoint/2013/main/command">
      <pc:docMk/>
      <pc:sldMk cId="1513712763" sldId="259"/>
    </pc:sldMkLst>
    <p188:txBody>
      <a:bodyPr/>
      <a:lstStyle/>
      <a:p>
        <a:r>
          <a:rPr lang="en-US"/>
          <a:t>PORTFOLIO PAGE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9F566-40DD-C79A-23EE-D62F42C13E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485CD4-785B-9A27-58D3-98BBC8CBD3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8BB63-C477-9352-F0E2-4E4CEDD51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B61DE-0359-4B39-840B-05C5B444A36D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2105C-D9BE-7430-B5F2-4C2C24547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76AD68-06D1-BB9C-A65E-54B665AD1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B53E1-8E6A-49A0-B98E-EDC52BE8D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620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58F8D-BB8F-BC22-8A14-CF785DB3E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C2250-8121-0068-4A19-53CBAB6D94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6245C-4AA7-35DC-941A-8FB732D74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B61DE-0359-4B39-840B-05C5B444A36D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783B2-6727-E13D-34E8-F8691E898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CB8945-D2D9-17EF-CDD8-C285F43B9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B53E1-8E6A-49A0-B98E-EDC52BE8D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183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5E4E5-F4D2-2055-D583-6C1D52053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ABF289-CC5C-F5A9-F90B-49ED2CD30B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393E0-9D4F-FE5B-0CCB-B2B22156A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B61DE-0359-4B39-840B-05C5B444A36D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425567-A05B-4F91-4109-CF10E1126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0EC66-028B-D1E1-024B-2E20782C9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B53E1-8E6A-49A0-B98E-EDC52BE8D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128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25554-9ACC-21CC-1DBB-FFD9F6D26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7B159-6315-BE18-C9EA-32D093454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7F80B6-AF66-DE43-E65E-0231D6EB52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061444-4DBE-9ED2-B37E-108DAB983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B61DE-0359-4B39-840B-05C5B444A36D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F65572-620B-692D-41CC-C7D566A3B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F43546-3A99-039F-9430-968156456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B53E1-8E6A-49A0-B98E-EDC52BE8D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050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67D4C-7136-9961-9A81-212B0F578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995C4-A6FE-66A4-022C-36275C02F5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F0DF78-1B44-11CF-D36F-5435631919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FAD19B-F27C-5C3A-4397-7ED83E5512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0E79CE-BD36-8717-472E-94AC3DB7C1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1848F6-21D2-0EC6-1079-32AC5C88E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B61DE-0359-4B39-840B-05C5B444A36D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8F8811-91A6-1676-966E-BC3822AA5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0C5EB1-CB9C-A827-54C8-720F06A5C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B53E1-8E6A-49A0-B98E-EDC52BE8D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900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59DB5-9AB7-2463-78F4-BC41E5CC5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439CA2-0193-6C9B-295A-D92B88FAB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B61DE-0359-4B39-840B-05C5B444A36D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E718C3-3F5E-6E94-9421-FB3B16FBC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506541-AB64-C7B3-B365-D6363FBF0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B53E1-8E6A-49A0-B98E-EDC52BE8D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942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04C70B-F383-51ED-379A-C715960E7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B61DE-0359-4B39-840B-05C5B444A36D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0B0A71-0118-0482-9465-8F074DD86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408C9-F897-F5DE-EF53-DAF0AF346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B53E1-8E6A-49A0-B98E-EDC52BE8D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512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B82AB-1DB7-C751-D19A-BB24E2FF0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3BD43-9E4A-F854-2D81-2A9CAB1C9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D1D119-8C1C-B4B2-7312-140325815A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FC937B-3351-587A-E3AD-C191ECA3F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B61DE-0359-4B39-840B-05C5B444A36D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4A9D8E-D25B-F79D-6728-E5790C78D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30BB32-88AA-BFFB-1D8C-5AAC0D8F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B53E1-8E6A-49A0-B98E-EDC52BE8D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111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B5313-27A5-B297-02C2-A452BE2E2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D0FA77-EAE5-5A03-C4AD-0A83038E37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02058C-816D-1948-F4F7-1A64F1353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A2689-FF3D-B173-6327-7543703F1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B61DE-0359-4B39-840B-05C5B444A36D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7B338A-6DEE-3FAF-18E3-7C54FF1E7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40D58D-8B2D-A8F9-FA26-A674EC1CA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B53E1-8E6A-49A0-B98E-EDC52BE8D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020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F200D-95FE-BE1F-35DE-7B7D5CEAD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F7AE55-CCA7-3511-9999-E0186D1C99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670D4-CE60-447E-2260-D0D2252CE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B61DE-0359-4B39-840B-05C5B444A36D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B48AE-37B3-81A3-F722-E14B299E5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43924-274C-5F1E-3518-77B7D7986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B53E1-8E6A-49A0-B98E-EDC52BE8D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111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1C5916-980C-0505-2C18-ED6F7C1E75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8EFFDF-F41F-066D-49E7-13861A7B3B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F8DA3-300F-A575-490F-6E89DB7D7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B61DE-0359-4B39-840B-05C5B444A36D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53984-B07D-8AA7-7D8B-30DEFD7DC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5E1DF-9E72-5FE8-1D35-58691C75B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B53E1-8E6A-49A0-B98E-EDC52BE8D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826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B8ACB4-62D2-58C6-3AB0-9B3B9A895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1A1A5-3443-B83B-3632-C6B6E2274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F3C95-9EB4-F5D7-3078-1D80E57D8E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1B61DE-0359-4B39-840B-05C5B444A36D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1E204-F6F8-810B-CB64-D8DB6A2F27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5ADF2A-FBE0-B920-9251-22F402015A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3B53E1-8E6A-49A0-B98E-EDC52BE8D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884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3_5A396C7B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69D5869-E6D6-F5DE-3A36-869D7CBB8FD4}"/>
              </a:ext>
            </a:extLst>
          </p:cNvPr>
          <p:cNvSpPr/>
          <p:nvPr/>
        </p:nvSpPr>
        <p:spPr>
          <a:xfrm>
            <a:off x="59266" y="143933"/>
            <a:ext cx="12073467" cy="923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NAVIGATION PANE (HOME, ABOUT, PORTFOLIO, </a:t>
            </a:r>
            <a:br>
              <a:rPr lang="en-US" dirty="0"/>
            </a:br>
            <a:r>
              <a:rPr lang="en-US" dirty="0"/>
              <a:t>SERVICES, BOOKING)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24338E-3BF1-7CD1-EC28-88706788E738}"/>
              </a:ext>
            </a:extLst>
          </p:cNvPr>
          <p:cNvSpPr/>
          <p:nvPr/>
        </p:nvSpPr>
        <p:spPr>
          <a:xfrm>
            <a:off x="228601" y="270933"/>
            <a:ext cx="1439332" cy="65193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A6F53E-8C6D-E8D5-174B-6D3EADF125E6}"/>
              </a:ext>
            </a:extLst>
          </p:cNvPr>
          <p:cNvSpPr/>
          <p:nvPr/>
        </p:nvSpPr>
        <p:spPr>
          <a:xfrm>
            <a:off x="4360332" y="1236134"/>
            <a:ext cx="2667001" cy="923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PORTFOLIO</a:t>
            </a:r>
          </a:p>
          <a:p>
            <a:pPr algn="ctr"/>
            <a:r>
              <a:rPr lang="en-US" dirty="0"/>
              <a:t>SOME OF MY LATEST WORK: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B13DC5-2FC4-2BD1-6321-8C2E6057886F}"/>
              </a:ext>
            </a:extLst>
          </p:cNvPr>
          <p:cNvSpPr txBox="1"/>
          <p:nvPr/>
        </p:nvSpPr>
        <p:spPr>
          <a:xfrm>
            <a:off x="2032000" y="2489200"/>
            <a:ext cx="8297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[ALL]    [LINE WORK]    [MICROS]     [BLACK &amp; GREY]      [COLOUR]    [COVER-UPS]</a:t>
            </a:r>
            <a:br>
              <a:rPr lang="en-US" dirty="0"/>
            </a:br>
            <a:r>
              <a:rPr lang="en-US" dirty="0"/>
              <a:t>			</a:t>
            </a:r>
            <a:endParaRPr lang="en-US" b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72ECA00-0542-89B8-962B-5EF4F8A0B01E}"/>
              </a:ext>
            </a:extLst>
          </p:cNvPr>
          <p:cNvSpPr/>
          <p:nvPr/>
        </p:nvSpPr>
        <p:spPr>
          <a:xfrm>
            <a:off x="3627965" y="3308632"/>
            <a:ext cx="1075266" cy="3132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[IMAGE]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BE0BA3-5929-011D-45B6-C7CC5972ECAA}"/>
              </a:ext>
            </a:extLst>
          </p:cNvPr>
          <p:cNvSpPr/>
          <p:nvPr/>
        </p:nvSpPr>
        <p:spPr>
          <a:xfrm>
            <a:off x="3627965" y="4052204"/>
            <a:ext cx="1075266" cy="3132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[IMAGE]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F8F3DC6-748D-930B-5320-A60B2BAE90FB}"/>
              </a:ext>
            </a:extLst>
          </p:cNvPr>
          <p:cNvSpPr/>
          <p:nvPr/>
        </p:nvSpPr>
        <p:spPr>
          <a:xfrm>
            <a:off x="5262031" y="3308632"/>
            <a:ext cx="1075266" cy="3132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[IMAGE]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FF9DE4-E306-4D06-3DC5-DA51504767BE}"/>
              </a:ext>
            </a:extLst>
          </p:cNvPr>
          <p:cNvSpPr/>
          <p:nvPr/>
        </p:nvSpPr>
        <p:spPr>
          <a:xfrm>
            <a:off x="5262031" y="4052204"/>
            <a:ext cx="1075266" cy="3132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[IMAGE]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21285A5-7409-E623-84A1-50CBC16EE3DF}"/>
              </a:ext>
            </a:extLst>
          </p:cNvPr>
          <p:cNvSpPr/>
          <p:nvPr/>
        </p:nvSpPr>
        <p:spPr>
          <a:xfrm>
            <a:off x="7040032" y="3308632"/>
            <a:ext cx="1075266" cy="3132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[IMAGE]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4F4B2BF-5371-5E9D-39F3-3B712A88A1CF}"/>
              </a:ext>
            </a:extLst>
          </p:cNvPr>
          <p:cNvSpPr/>
          <p:nvPr/>
        </p:nvSpPr>
        <p:spPr>
          <a:xfrm>
            <a:off x="7040032" y="4052204"/>
            <a:ext cx="1075266" cy="3132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[IMAGE]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14DF461-63C4-16EE-1774-63F24DA55691}"/>
              </a:ext>
            </a:extLst>
          </p:cNvPr>
          <p:cNvSpPr/>
          <p:nvPr/>
        </p:nvSpPr>
        <p:spPr>
          <a:xfrm>
            <a:off x="3627965" y="4729537"/>
            <a:ext cx="1075266" cy="3132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[IMAGE]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6F9B968-5645-49BE-175E-8A80B67BA1E0}"/>
              </a:ext>
            </a:extLst>
          </p:cNvPr>
          <p:cNvSpPr/>
          <p:nvPr/>
        </p:nvSpPr>
        <p:spPr>
          <a:xfrm>
            <a:off x="5262031" y="4729537"/>
            <a:ext cx="1075266" cy="3132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[IMAGE]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02E59A3-4F7A-0B80-447A-8A402616DDB2}"/>
              </a:ext>
            </a:extLst>
          </p:cNvPr>
          <p:cNvSpPr/>
          <p:nvPr/>
        </p:nvSpPr>
        <p:spPr>
          <a:xfrm>
            <a:off x="7040032" y="4729537"/>
            <a:ext cx="1075266" cy="3132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[IMAGE]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BAA8983-9A38-B35F-CAA8-377FC8967DDD}"/>
              </a:ext>
            </a:extLst>
          </p:cNvPr>
          <p:cNvSpPr/>
          <p:nvPr/>
        </p:nvSpPr>
        <p:spPr>
          <a:xfrm>
            <a:off x="4619134" y="6083886"/>
            <a:ext cx="2479595" cy="4773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Footer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36A5FC8-C5CE-FFA7-0598-F10CD3AACFF2}"/>
              </a:ext>
            </a:extLst>
          </p:cNvPr>
          <p:cNvSpPr txBox="1"/>
          <p:nvPr/>
        </p:nvSpPr>
        <p:spPr>
          <a:xfrm>
            <a:off x="4274202" y="6529401"/>
            <a:ext cx="3169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Instagram | Contact | Location</a:t>
            </a:r>
          </a:p>
        </p:txBody>
      </p:sp>
    </p:spTree>
    <p:extLst>
      <p:ext uri="{BB962C8B-B14F-4D97-AF65-F5344CB8AC3E}">
        <p14:creationId xmlns:p14="http://schemas.microsoft.com/office/powerpoint/2010/main" val="151371276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Keanan Freeman</dc:creator>
  <cp:lastModifiedBy>Keanan Freeman</cp:lastModifiedBy>
  <cp:revision>1</cp:revision>
  <dcterms:created xsi:type="dcterms:W3CDTF">2026-08-21T10:14:43Z</dcterms:created>
  <dcterms:modified xsi:type="dcterms:W3CDTF">2026-08-21T20:59:31Z</dcterms:modified>
</cp:coreProperties>
</file>