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1_66CC4C2.xml" ContentType="application/vnd.ms-powerpoint.comments+xml"/>
  <Override PartName="/ppt/comments/modernComment_102_6DB394C6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6840EC-287A-A915-C488-A821FBE6BC09}" name="Keanan Freeman" initials="KF" userId="S::keanan@dgcapital.co.za::5c7e1a2e-3264-4f64-956f-7e3e8468db0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C126A3-6B91-4C6E-8DB4-614B970AE853}" v="2" dt="2026-08-21T17:43:21.9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4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microsoft.com/office/2018/10/relationships/authors" Target="author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anan Freeman" userId="5c7e1a2e-3264-4f64-956f-7e3e8468db0d" providerId="ADAL" clId="{82B3D585-1475-4069-87EA-6261B23AF962}"/>
    <pc:docChg chg="modSld">
      <pc:chgData name="Keanan Freeman" userId="5c7e1a2e-3264-4f64-956f-7e3e8468db0d" providerId="ADAL" clId="{82B3D585-1475-4069-87EA-6261B23AF962}" dt="2026-08-21T17:43:34.052" v="15" actId="20577"/>
      <pc:docMkLst>
        <pc:docMk/>
      </pc:docMkLst>
      <pc:sldChg chg="modSp mod">
        <pc:chgData name="Keanan Freeman" userId="5c7e1a2e-3264-4f64-956f-7e3e8468db0d" providerId="ADAL" clId="{82B3D585-1475-4069-87EA-6261B23AF962}" dt="2026-08-21T17:43:34.052" v="15" actId="20577"/>
        <pc:sldMkLst>
          <pc:docMk/>
          <pc:sldMk cId="107791554" sldId="257"/>
        </pc:sldMkLst>
        <pc:spChg chg="mod">
          <ac:chgData name="Keanan Freeman" userId="5c7e1a2e-3264-4f64-956f-7e3e8468db0d" providerId="ADAL" clId="{82B3D585-1475-4069-87EA-6261B23AF962}" dt="2026-08-21T17:07:31.582" v="6" actId="20577"/>
          <ac:spMkLst>
            <pc:docMk/>
            <pc:sldMk cId="107791554" sldId="257"/>
            <ac:spMk id="3" creationId="{2181BBC8-0D88-F084-91DA-C5BCF2C43C2F}"/>
          </ac:spMkLst>
        </pc:spChg>
        <pc:spChg chg="mod">
          <ac:chgData name="Keanan Freeman" userId="5c7e1a2e-3264-4f64-956f-7e3e8468db0d" providerId="ADAL" clId="{82B3D585-1475-4069-87EA-6261B23AF962}" dt="2026-08-21T17:43:34.052" v="15" actId="20577"/>
          <ac:spMkLst>
            <pc:docMk/>
            <pc:sldMk cId="107791554" sldId="257"/>
            <ac:spMk id="8" creationId="{D538BB0F-2A21-50C9-2AD2-ACF4C4A70FCE}"/>
          </ac:spMkLst>
        </pc:spChg>
      </pc:sldChg>
      <pc:sldChg chg="modSp mod">
        <pc:chgData name="Keanan Freeman" userId="5c7e1a2e-3264-4f64-956f-7e3e8468db0d" providerId="ADAL" clId="{82B3D585-1475-4069-87EA-6261B23AF962}" dt="2026-08-21T12:24:33.666" v="5" actId="20577"/>
        <pc:sldMkLst>
          <pc:docMk/>
          <pc:sldMk cId="1840485574" sldId="258"/>
        </pc:sldMkLst>
        <pc:spChg chg="mod">
          <ac:chgData name="Keanan Freeman" userId="5c7e1a2e-3264-4f64-956f-7e3e8468db0d" providerId="ADAL" clId="{82B3D585-1475-4069-87EA-6261B23AF962}" dt="2026-08-21T12:24:33.666" v="5" actId="20577"/>
          <ac:spMkLst>
            <pc:docMk/>
            <pc:sldMk cId="1840485574" sldId="258"/>
            <ac:spMk id="4" creationId="{A449603B-8255-7C27-3B91-4C3B403949E6}"/>
          </ac:spMkLst>
        </pc:spChg>
      </pc:sldChg>
    </pc:docChg>
  </pc:docChgLst>
</pc:chgInfo>
</file>

<file path=ppt/comments/modernComment_101_66CC4C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18B0645-B9A9-4084-9284-46CF54CF9352}" authorId="{1B6840EC-287A-A915-C488-A821FBE6BC09}" created="2026-08-21T09:56:57.245">
    <pc:sldMkLst xmlns:pc="http://schemas.microsoft.com/office/powerpoint/2013/main/command">
      <pc:docMk/>
      <pc:sldMk cId="107791554" sldId="256"/>
    </pc:sldMkLst>
    <p188:txBody>
      <a:bodyPr/>
      <a:lstStyle/>
      <a:p>
        <a:r>
          <a:rPr lang="en-US"/>
          <a:t>HOME PAGE</a:t>
        </a:r>
      </a:p>
    </p188:txBody>
  </p188:cm>
</p188:cmLst>
</file>

<file path=ppt/comments/modernComment_102_6DB394C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E183132-B0C9-499B-B0B2-4B1808F740A2}" authorId="{1B6840EC-287A-A915-C488-A821FBE6BC09}" created="2026-08-21T09:57:22.288">
    <pc:sldMkLst xmlns:pc="http://schemas.microsoft.com/office/powerpoint/2013/main/command">
      <pc:docMk/>
      <pc:sldMk cId="1840485574" sldId="257"/>
    </pc:sldMkLst>
    <p188:txBody>
      <a:bodyPr/>
      <a:lstStyle/>
      <a:p>
        <a:r>
          <a:rPr lang="en-US"/>
          <a:t>HOME PAGE (CONTINUED)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567B8-65B8-05DE-13B0-4501C7F8D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F767D1-71D9-97ED-3026-92E021B27B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BC495-EBCF-D319-BE0B-24A917083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E8E-7610-4BD9-91D9-2CE8A33191F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5ECBB-58EE-4A40-F1F3-20E006037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72787-4343-8FE8-ADA8-1C2120261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7B3E-050B-47D3-94C6-FA3613D34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696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72719-B1D6-4D4C-0F0C-1D57D058E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C7457-7A17-A7FA-06A0-5E9D6CB53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00CA5-F5C5-7D26-6B52-825B592B2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E8E-7610-4BD9-91D9-2CE8A33191F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3EE76-B911-FC4A-CE62-E1983A130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72146-70E9-475B-9CFA-420183ED2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7B3E-050B-47D3-94C6-FA3613D34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918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75F10-7079-8C74-B1E2-7BA731311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F4BE4-86E3-3574-B42A-9EDD907BA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2E2EE-A4A3-47F7-CD94-03BDDC680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E8E-7610-4BD9-91D9-2CE8A33191F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DBA4D-C56C-A7B2-3B5B-3875F32AA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F834A-7F5A-0434-87E0-D48272A4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7B3E-050B-47D3-94C6-FA3613D34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288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EB9BC-257A-4EC8-8F53-1368645BF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2A610-8722-C3FB-E088-93BB0969CE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B9FA49-247E-FA2D-BBA6-B993C2C4D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BC982B-C43B-C3FA-E01C-44E97F545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E8E-7610-4BD9-91D9-2CE8A33191F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6693C0-B82D-809E-2064-2C006F539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23359-35E0-D91F-E4DE-2B3363146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7B3E-050B-47D3-94C6-FA3613D34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257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C7E32-D65D-2F27-BF97-B9C9A99FA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9009C-9E80-0BC3-B8A7-E32F6280C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D696D-FAE1-E91F-4FED-A153ED39B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497196-D927-90A3-5280-C86E0CBDBA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7EBEB9-ACE4-C87F-7C34-4782747A42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8C0F63-6C54-C063-BADE-39BF69C94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E8E-7610-4BD9-91D9-2CE8A33191F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EB25A3-B5F1-389C-769D-813E6C52F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619E25-D1F6-E02B-2734-CA7C447B6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7B3E-050B-47D3-94C6-FA3613D34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04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846AC-0A3D-184B-1E2F-04D0ECC22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24BFD-8429-B3AD-3FBB-77B4EC101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E8E-7610-4BD9-91D9-2CE8A33191F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D0569E-23B1-2280-66AD-F432BAB23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8882A-CB45-6B05-9A29-86AEE9DE2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7B3E-050B-47D3-94C6-FA3613D34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305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2F572E-36ED-15B7-8ACD-91876B4B7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E8E-7610-4BD9-91D9-2CE8A33191F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9D8AA1-BA90-E83A-20A9-BE39F1688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495F0-7FB0-6680-D6A5-4767D750F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7B3E-050B-47D3-94C6-FA3613D34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961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87C86-5FCA-B03A-6C7C-E404566A3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2578E-ECB4-4BC7-EBB4-DDA66EE3A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08BE5-1A5C-3AA3-0BF7-03C1EA87DB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F945C-6390-B1F3-90E5-B8E3A0D52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E8E-7610-4BD9-91D9-2CE8A33191F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D1EDF-14F7-0ACC-B700-B3BB1BFCA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402017-3CB2-036B-0878-3AEA8110F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7B3E-050B-47D3-94C6-FA3613D34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697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1EB2C-9E47-0789-316F-F0D28092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2EBCCA-AD93-A4CF-B93D-3FA7320507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5D5FBB-6A5A-7F21-CD4D-D27925088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E23FC-0EDE-BD12-7D46-9EDC953F4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E8E-7610-4BD9-91D9-2CE8A33191F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67702-AB75-C071-E43C-EA47EABD1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75342-6F06-EA4F-6A38-72D8DB0D0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7B3E-050B-47D3-94C6-FA3613D34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86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516F1-2E74-6D93-57F2-8264807F9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867BF0-5C22-1A19-46B2-587EB14F6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7E096-A5AE-64EA-0428-0B5C7F86A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E8E-7610-4BD9-91D9-2CE8A33191F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7E75C-2174-167C-949C-48AA37AAA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799C2-822E-4B21-EC25-31B682A3C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7B3E-050B-47D3-94C6-FA3613D34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7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DE1051-47EC-AF20-7BDA-AD850A0E7A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1AAF3-18AC-824B-8602-93F5AB741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B2508-4852-B968-BC3A-3C52C23E3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97E8E-7610-4BD9-91D9-2CE8A33191F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F9AEF-F3A9-98CB-CB8E-E0E2AC94F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C4D0D-A8D6-B227-E313-A238F0933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7B3E-050B-47D3-94C6-FA3613D34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666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1D9C82-226F-A8C0-6F53-AA6DBA108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944CD-AC9D-C535-13EE-CA5851512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4B46E-3F27-7AA2-7DFE-B950F9489B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497E8E-7610-4BD9-91D9-2CE8A33191F8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B0ADB-F264-DC61-F473-F3D597390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135AD-8774-0A0D-DA0D-F3C67A46A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0E7B3E-050B-47D3-94C6-FA3613D34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889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_66CC4C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2_6DB394C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768817E-63CF-A831-8565-7C31F15044A9}"/>
              </a:ext>
            </a:extLst>
          </p:cNvPr>
          <p:cNvSpPr/>
          <p:nvPr/>
        </p:nvSpPr>
        <p:spPr>
          <a:xfrm>
            <a:off x="4944531" y="1341677"/>
            <a:ext cx="1490133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TATTOO IMAGE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8BB0F-2A21-50C9-2AD2-ACF4C4A70FCE}"/>
              </a:ext>
            </a:extLst>
          </p:cNvPr>
          <p:cNvSpPr txBox="1"/>
          <p:nvPr/>
        </p:nvSpPr>
        <p:spPr>
          <a:xfrm>
            <a:off x="3843863" y="2301890"/>
            <a:ext cx="3691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[short </a:t>
            </a:r>
            <a:r>
              <a:rPr lang="en-US"/>
              <a:t>introduction slogan </a:t>
            </a:r>
            <a:r>
              <a:rPr lang="en-US" dirty="0"/>
              <a:t>here]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AF97159-9D8C-FB01-9A58-A926AE41CAA3}"/>
              </a:ext>
            </a:extLst>
          </p:cNvPr>
          <p:cNvSpPr/>
          <p:nvPr/>
        </p:nvSpPr>
        <p:spPr>
          <a:xfrm>
            <a:off x="4373029" y="3143997"/>
            <a:ext cx="2633133" cy="92333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BOOK TATTOO</a:t>
            </a:r>
            <a:br>
              <a:rPr lang="en-US" dirty="0"/>
            </a:br>
            <a:r>
              <a:rPr lang="en-US" dirty="0"/>
              <a:t>*button*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764D74-2C20-0D08-0F4D-3AEC023EF3B8}"/>
              </a:ext>
            </a:extLst>
          </p:cNvPr>
          <p:cNvSpPr/>
          <p:nvPr/>
        </p:nvSpPr>
        <p:spPr>
          <a:xfrm>
            <a:off x="2573864" y="4263103"/>
            <a:ext cx="6536267" cy="7781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FEARTURED WORK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9D77BC-AE3B-0F3B-B1EC-E7E85348882C}"/>
              </a:ext>
            </a:extLst>
          </p:cNvPr>
          <p:cNvSpPr/>
          <p:nvPr/>
        </p:nvSpPr>
        <p:spPr>
          <a:xfrm>
            <a:off x="2937930" y="5274733"/>
            <a:ext cx="1075266" cy="313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[IMAGE]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011BC6-1455-9804-A686-D6730DF9742F}"/>
              </a:ext>
            </a:extLst>
          </p:cNvPr>
          <p:cNvSpPr/>
          <p:nvPr/>
        </p:nvSpPr>
        <p:spPr>
          <a:xfrm>
            <a:off x="5020730" y="5274733"/>
            <a:ext cx="1075266" cy="313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[IMAGE]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7ABD53-5F41-6EB9-669B-22DAC4CBD10C}"/>
              </a:ext>
            </a:extLst>
          </p:cNvPr>
          <p:cNvSpPr/>
          <p:nvPr/>
        </p:nvSpPr>
        <p:spPr>
          <a:xfrm>
            <a:off x="7069664" y="5274733"/>
            <a:ext cx="1075266" cy="313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[IMAGE]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3001E0-43DC-A933-2B42-841EA77737A5}"/>
              </a:ext>
            </a:extLst>
          </p:cNvPr>
          <p:cNvSpPr/>
          <p:nvPr/>
        </p:nvSpPr>
        <p:spPr>
          <a:xfrm>
            <a:off x="3268127" y="5967062"/>
            <a:ext cx="4842936" cy="3890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[View portfolio]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81BBC8-0D88-F084-91DA-C5BCF2C43C2F}"/>
              </a:ext>
            </a:extLst>
          </p:cNvPr>
          <p:cNvSpPr/>
          <p:nvPr/>
        </p:nvSpPr>
        <p:spPr>
          <a:xfrm>
            <a:off x="59266" y="143933"/>
            <a:ext cx="12073467" cy="923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NAVIGATION PANE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072499-46E8-54A6-1D4A-48256D011ABF}"/>
              </a:ext>
            </a:extLst>
          </p:cNvPr>
          <p:cNvSpPr/>
          <p:nvPr/>
        </p:nvSpPr>
        <p:spPr>
          <a:xfrm>
            <a:off x="228601" y="270933"/>
            <a:ext cx="1439332" cy="65193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10779155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94DF09-9AC1-E995-D802-EFE6D7906492}"/>
              </a:ext>
            </a:extLst>
          </p:cNvPr>
          <p:cNvSpPr/>
          <p:nvPr/>
        </p:nvSpPr>
        <p:spPr>
          <a:xfrm>
            <a:off x="3708402" y="177799"/>
            <a:ext cx="3733800" cy="7281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TATTOO SPECIALTIES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B00836-17F7-F03B-3CE7-FFA0E49D19D3}"/>
              </a:ext>
            </a:extLst>
          </p:cNvPr>
          <p:cNvSpPr txBox="1"/>
          <p:nvPr/>
        </p:nvSpPr>
        <p:spPr>
          <a:xfrm>
            <a:off x="2235200" y="1270000"/>
            <a:ext cx="1205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[Fine Line]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49603B-8255-7C27-3B91-4C3B403949E6}"/>
              </a:ext>
            </a:extLst>
          </p:cNvPr>
          <p:cNvSpPr txBox="1"/>
          <p:nvPr/>
        </p:nvSpPr>
        <p:spPr>
          <a:xfrm>
            <a:off x="3708402" y="1270000"/>
            <a:ext cx="991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[Micros]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55A22C-4ABB-311C-3FD5-96207E63859B}"/>
              </a:ext>
            </a:extLst>
          </p:cNvPr>
          <p:cNvSpPr txBox="1"/>
          <p:nvPr/>
        </p:nvSpPr>
        <p:spPr>
          <a:xfrm>
            <a:off x="5103313" y="1270000"/>
            <a:ext cx="192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[Black &amp; Realism]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1EBE0A-9E58-5470-C86F-CAB518C9393F}"/>
              </a:ext>
            </a:extLst>
          </p:cNvPr>
          <p:cNvSpPr txBox="1"/>
          <p:nvPr/>
        </p:nvSpPr>
        <p:spPr>
          <a:xfrm>
            <a:off x="7323669" y="1270000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[Colour]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62E430-2810-5D9D-2029-3FEE6D92655A}"/>
              </a:ext>
            </a:extLst>
          </p:cNvPr>
          <p:cNvSpPr txBox="1"/>
          <p:nvPr/>
        </p:nvSpPr>
        <p:spPr>
          <a:xfrm>
            <a:off x="8678333" y="1270000"/>
            <a:ext cx="1372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[Cover-Ups]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031F2D-6244-B3D9-02A0-090E6ED54AE6}"/>
              </a:ext>
            </a:extLst>
          </p:cNvPr>
          <p:cNvSpPr/>
          <p:nvPr/>
        </p:nvSpPr>
        <p:spPr>
          <a:xfrm>
            <a:off x="3589869" y="2472266"/>
            <a:ext cx="3733800" cy="7281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ABOUT THE ARTIST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E63B8AD-3D4B-DF1E-FCF1-8A4D1E42271B}"/>
              </a:ext>
            </a:extLst>
          </p:cNvPr>
          <p:cNvSpPr/>
          <p:nvPr/>
        </p:nvSpPr>
        <p:spPr>
          <a:xfrm>
            <a:off x="1871133" y="3522133"/>
            <a:ext cx="1205522" cy="635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[Photo]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83F599-0DDB-E3B3-CCC6-C666DF1C954B}"/>
              </a:ext>
            </a:extLst>
          </p:cNvPr>
          <p:cNvSpPr txBox="1"/>
          <p:nvPr/>
        </p:nvSpPr>
        <p:spPr>
          <a:xfrm>
            <a:off x="3440723" y="3664002"/>
            <a:ext cx="3684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[Short introduction about the artist]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152630-0F0B-E9CD-9A56-602BC4D2CCF2}"/>
              </a:ext>
            </a:extLst>
          </p:cNvPr>
          <p:cNvSpPr/>
          <p:nvPr/>
        </p:nvSpPr>
        <p:spPr>
          <a:xfrm>
            <a:off x="3589869" y="5029199"/>
            <a:ext cx="3733800" cy="7281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Footer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FB3E6A-7109-5176-C839-0C51A55FA661}"/>
              </a:ext>
            </a:extLst>
          </p:cNvPr>
          <p:cNvSpPr txBox="1"/>
          <p:nvPr/>
        </p:nvSpPr>
        <p:spPr>
          <a:xfrm>
            <a:off x="3859383" y="5873338"/>
            <a:ext cx="3169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Instagram | Contact | Location</a:t>
            </a:r>
          </a:p>
        </p:txBody>
      </p:sp>
    </p:spTree>
    <p:extLst>
      <p:ext uri="{BB962C8B-B14F-4D97-AF65-F5344CB8AC3E}">
        <p14:creationId xmlns:p14="http://schemas.microsoft.com/office/powerpoint/2010/main" val="18404855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71</Words>
  <Application>Microsoft Office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Keanan Freeman</dc:creator>
  <cp:lastModifiedBy>Keanan Freeman</cp:lastModifiedBy>
  <cp:revision>1</cp:revision>
  <dcterms:created xsi:type="dcterms:W3CDTF">2026-08-21T10:12:51Z</dcterms:created>
  <dcterms:modified xsi:type="dcterms:W3CDTF">2026-08-21T17:43:36Z</dcterms:modified>
</cp:coreProperties>
</file>