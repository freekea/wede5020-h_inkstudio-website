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90F01-0229-4DAC-AE10-06AAA9461DB1}" v="14" dt="2026-08-21T16:02:38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anan Freeman" userId="5c7e1a2e-3264-4f64-956f-7e3e8468db0d" providerId="ADAL" clId="{82B3D585-1475-4069-87EA-6261B23AF962}"/>
    <pc:docChg chg="modSld">
      <pc:chgData name="Keanan Freeman" userId="5c7e1a2e-3264-4f64-956f-7e3e8468db0d" providerId="ADAL" clId="{82B3D585-1475-4069-87EA-6261B23AF962}" dt="2026-08-21T16:02:38.929" v="19" actId="767"/>
      <pc:docMkLst>
        <pc:docMk/>
      </pc:docMkLst>
      <pc:sldChg chg="addSp delSp modSp">
        <pc:chgData name="Keanan Freeman" userId="5c7e1a2e-3264-4f64-956f-7e3e8468db0d" providerId="ADAL" clId="{82B3D585-1475-4069-87EA-6261B23AF962}" dt="2026-08-21T15:59:33.034" v="8" actId="767"/>
        <pc:sldMkLst>
          <pc:docMk/>
          <pc:sldMk cId="3169085961" sldId="256"/>
        </pc:sldMkLst>
        <pc:spChg chg="add mod">
          <ac:chgData name="Keanan Freeman" userId="5c7e1a2e-3264-4f64-956f-7e3e8468db0d" providerId="ADAL" clId="{82B3D585-1475-4069-87EA-6261B23AF962}" dt="2026-08-21T15:49:11.792" v="0" actId="767"/>
          <ac:spMkLst>
            <pc:docMk/>
            <pc:sldMk cId="3169085961" sldId="256"/>
            <ac:spMk id="9" creationId="{D07A8D09-B2F8-84FC-5120-33FBF501C7B1}"/>
          </ac:spMkLst>
        </pc:spChg>
        <pc:spChg chg="add del mod">
          <ac:chgData name="Keanan Freeman" userId="5c7e1a2e-3264-4f64-956f-7e3e8468db0d" providerId="ADAL" clId="{82B3D585-1475-4069-87EA-6261B23AF962}" dt="2026-08-21T15:56:59.487" v="2"/>
          <ac:spMkLst>
            <pc:docMk/>
            <pc:sldMk cId="3169085961" sldId="256"/>
            <ac:spMk id="11" creationId="{A72A7FBB-F3CA-A070-F528-04F6650295B3}"/>
          </ac:spMkLst>
        </pc:spChg>
        <pc:spChg chg="add mod">
          <ac:chgData name="Keanan Freeman" userId="5c7e1a2e-3264-4f64-956f-7e3e8468db0d" providerId="ADAL" clId="{82B3D585-1475-4069-87EA-6261B23AF962}" dt="2026-08-21T15:57:01.695" v="3" actId="767"/>
          <ac:spMkLst>
            <pc:docMk/>
            <pc:sldMk cId="3169085961" sldId="256"/>
            <ac:spMk id="12" creationId="{FFD5E521-5E49-90DB-E070-F4D82E44E5D4}"/>
          </ac:spMkLst>
        </pc:spChg>
        <pc:spChg chg="add mod">
          <ac:chgData name="Keanan Freeman" userId="5c7e1a2e-3264-4f64-956f-7e3e8468db0d" providerId="ADAL" clId="{82B3D585-1475-4069-87EA-6261B23AF962}" dt="2026-08-21T15:57:34.671" v="4" actId="767"/>
          <ac:spMkLst>
            <pc:docMk/>
            <pc:sldMk cId="3169085961" sldId="256"/>
            <ac:spMk id="13" creationId="{8A2122D6-B888-33BE-50DE-2626A62D0AE1}"/>
          </ac:spMkLst>
        </pc:spChg>
        <pc:spChg chg="add mod">
          <ac:chgData name="Keanan Freeman" userId="5c7e1a2e-3264-4f64-956f-7e3e8468db0d" providerId="ADAL" clId="{82B3D585-1475-4069-87EA-6261B23AF962}" dt="2026-08-21T15:57:54.333" v="5" actId="767"/>
          <ac:spMkLst>
            <pc:docMk/>
            <pc:sldMk cId="3169085961" sldId="256"/>
            <ac:spMk id="14" creationId="{AB6F09A2-AC69-B21D-0CC5-E11D1906F1CB}"/>
          </ac:spMkLst>
        </pc:spChg>
        <pc:spChg chg="add del mod">
          <ac:chgData name="Keanan Freeman" userId="5c7e1a2e-3264-4f64-956f-7e3e8468db0d" providerId="ADAL" clId="{82B3D585-1475-4069-87EA-6261B23AF962}" dt="2026-08-21T15:59:05.995" v="7"/>
          <ac:spMkLst>
            <pc:docMk/>
            <pc:sldMk cId="3169085961" sldId="256"/>
            <ac:spMk id="15" creationId="{AC2462D9-613A-56A2-6D1B-C05D4B64D607}"/>
          </ac:spMkLst>
        </pc:spChg>
        <pc:spChg chg="add mod">
          <ac:chgData name="Keanan Freeman" userId="5c7e1a2e-3264-4f64-956f-7e3e8468db0d" providerId="ADAL" clId="{82B3D585-1475-4069-87EA-6261B23AF962}" dt="2026-08-21T15:59:33.034" v="8" actId="767"/>
          <ac:spMkLst>
            <pc:docMk/>
            <pc:sldMk cId="3169085961" sldId="256"/>
            <ac:spMk id="16" creationId="{D35C8182-26AB-B8C8-D8FF-D034894A405B}"/>
          </ac:spMkLst>
        </pc:spChg>
      </pc:sldChg>
      <pc:sldChg chg="addSp delSp modSp">
        <pc:chgData name="Keanan Freeman" userId="5c7e1a2e-3264-4f64-956f-7e3e8468db0d" providerId="ADAL" clId="{82B3D585-1475-4069-87EA-6261B23AF962}" dt="2026-08-21T16:02:38.929" v="19" actId="767"/>
        <pc:sldMkLst>
          <pc:docMk/>
          <pc:sldMk cId="3538853175" sldId="257"/>
        </pc:sldMkLst>
        <pc:spChg chg="add del mod">
          <ac:chgData name="Keanan Freeman" userId="5c7e1a2e-3264-4f64-956f-7e3e8468db0d" providerId="ADAL" clId="{82B3D585-1475-4069-87EA-6261B23AF962}" dt="2026-08-21T16:00:05.093" v="10"/>
          <ac:spMkLst>
            <pc:docMk/>
            <pc:sldMk cId="3538853175" sldId="257"/>
            <ac:spMk id="2" creationId="{5CA96A74-1A6C-462D-E6EC-C34DEE1582BE}"/>
          </ac:spMkLst>
        </pc:spChg>
        <pc:spChg chg="add mod">
          <ac:chgData name="Keanan Freeman" userId="5c7e1a2e-3264-4f64-956f-7e3e8468db0d" providerId="ADAL" clId="{82B3D585-1475-4069-87EA-6261B23AF962}" dt="2026-08-21T16:00:18.480" v="11" actId="767"/>
          <ac:spMkLst>
            <pc:docMk/>
            <pc:sldMk cId="3538853175" sldId="257"/>
            <ac:spMk id="4" creationId="{01476A7B-0860-8E97-E612-04F9229CA0AD}"/>
          </ac:spMkLst>
        </pc:spChg>
        <pc:spChg chg="add del mod">
          <ac:chgData name="Keanan Freeman" userId="5c7e1a2e-3264-4f64-956f-7e3e8468db0d" providerId="ADAL" clId="{82B3D585-1475-4069-87EA-6261B23AF962}" dt="2026-08-21T16:00:43.287" v="13"/>
          <ac:spMkLst>
            <pc:docMk/>
            <pc:sldMk cId="3538853175" sldId="257"/>
            <ac:spMk id="5" creationId="{00518BEE-F478-8B94-B741-0D4B93541CE7}"/>
          </ac:spMkLst>
        </pc:spChg>
        <pc:spChg chg="add mod">
          <ac:chgData name="Keanan Freeman" userId="5c7e1a2e-3264-4f64-956f-7e3e8468db0d" providerId="ADAL" clId="{82B3D585-1475-4069-87EA-6261B23AF962}" dt="2026-08-21T16:01:42.953" v="14" actId="767"/>
          <ac:spMkLst>
            <pc:docMk/>
            <pc:sldMk cId="3538853175" sldId="257"/>
            <ac:spMk id="8" creationId="{EDDBB6BC-FF02-123F-1EB8-AC6A48031257}"/>
          </ac:spMkLst>
        </pc:spChg>
        <pc:spChg chg="add del mod">
          <ac:chgData name="Keanan Freeman" userId="5c7e1a2e-3264-4f64-956f-7e3e8468db0d" providerId="ADAL" clId="{82B3D585-1475-4069-87EA-6261B23AF962}" dt="2026-08-21T16:02:21.223" v="16"/>
          <ac:spMkLst>
            <pc:docMk/>
            <pc:sldMk cId="3538853175" sldId="257"/>
            <ac:spMk id="9" creationId="{268AF85F-8CFD-13A6-7161-332A2CBCB34E}"/>
          </ac:spMkLst>
        </pc:spChg>
        <pc:spChg chg="add del mod">
          <ac:chgData name="Keanan Freeman" userId="5c7e1a2e-3264-4f64-956f-7e3e8468db0d" providerId="ADAL" clId="{82B3D585-1475-4069-87EA-6261B23AF962}" dt="2026-08-21T16:02:24.792" v="18"/>
          <ac:spMkLst>
            <pc:docMk/>
            <pc:sldMk cId="3538853175" sldId="257"/>
            <ac:spMk id="10" creationId="{DE315A14-E75B-E41E-0033-F7ACC0FBA3D7}"/>
          </ac:spMkLst>
        </pc:spChg>
        <pc:spChg chg="add mod">
          <ac:chgData name="Keanan Freeman" userId="5c7e1a2e-3264-4f64-956f-7e3e8468db0d" providerId="ADAL" clId="{82B3D585-1475-4069-87EA-6261B23AF962}" dt="2026-08-21T16:02:38.929" v="19" actId="767"/>
          <ac:spMkLst>
            <pc:docMk/>
            <pc:sldMk cId="3538853175" sldId="257"/>
            <ac:spMk id="13" creationId="{05809C54-ED24-7429-32F7-5AF7B39E7E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9B145-36FC-7CC0-09FC-3BF326345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771766-99CA-DBF1-C329-C6EEA1975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3117D-1402-B87F-59C5-6DE9E98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A19EF-A69A-0C1D-C985-3C637846A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BC23F-21D5-1ADB-AB39-DBBAC2D1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06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29AF-8FD2-94D0-E87C-8F844D70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581CF-B909-488E-C0CD-775BE6E36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28B2D-2440-2A04-0127-86519F8C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44FB5-8733-004B-A1B2-3B4FDA90A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34AE9-C83D-40A6-EBEE-09D1C5B5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4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BADA-2E97-A967-B5B3-13CD02CB4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E7BE2-C9CF-48BA-02ED-3F893F2DB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2ED13-F909-E7EE-C96D-2ED3996D1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FE24B-21C3-F376-FF88-E44AF737A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66CF1-0FC7-EF42-ACA2-4EEB0DC1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4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8447-8CCB-2BD6-8F2E-30FDCD160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64B15-8F6F-539D-FC6E-86850AD04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B2EE7-0028-68B9-5898-F099B7D93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C688B-9610-0827-33DE-44F51999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DF635-8934-4AF8-75C6-9257FD1A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F2139-8D6A-A598-A5E1-F6D19303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24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792F-E6DB-DDF7-13CD-0D841A5F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5B8E1-BB17-CECC-9466-709CE4F72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E0955-FD76-9427-7A9F-03819A992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385D8-6B74-293B-40F9-AC3F71899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59D0A9-2BB1-9410-5992-820ECD4049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8D1F1-89E0-C028-3DF8-238A9AD56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32855C-5FA5-6837-BA68-96A741C8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B91AF8-AC40-7C5B-BA7A-C1C996F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6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A23E-F02F-53EE-422E-E430150C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CA03A-121C-C091-C16B-FFFE26DC1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3F99F2-6642-6546-F585-35D0CD70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AF28E-D2DF-575E-EB5F-D25294C1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37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90777-70C8-F3EA-29AC-7AB7D2C28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D88B84-A281-9786-7E0D-CBFB1D55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C9C5-421B-8D78-E0F9-9B575560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0D002-31B3-B680-AB99-4044E8CF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812C3-9C0F-2CDB-B538-9CD62C84A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48F9E-DB4A-5D7E-31DD-67870C7B7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7BB34-3EAF-B0D8-FB3D-6C446E1D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251CC-5DD6-3B1D-CC86-C0166CFE2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4B672-F2C4-C3D7-DDBF-5AD47F10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71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4E5E3-FA88-8080-C7DE-6AEFE0CF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275408-55BA-34C2-9D13-52A7A9AE9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15322-4BCD-2F3E-DD8A-0B4A4125E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4D16D-F38C-C162-C9F8-EBA53660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9D01E-B928-8CE1-29AD-1C81C4B2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9B6F7-27F7-3AF5-8A13-762F21AF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9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B80B5-E4D3-7E34-F8D2-5A470D6F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9EAF1-C653-0DFD-C69E-AE2D015C8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F8F1E-56E5-0B51-33D2-C898FAB0B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49A36-CA60-E0BF-6B33-12CB351D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25254-8ABE-EDB1-9510-69184B09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1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1C3B3D-FD24-C0B6-98DA-59E6D0D05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95F9F-356A-9914-07F3-E6BBBDDA5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1A146-9123-F155-6036-49D2AD56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BBC96-E7B0-AFA1-E335-368D8955F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D5BE7-9E3A-405C-4E95-51D3C723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93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E04404-868B-8561-A1AD-10BD2E83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D4E8A-6472-F99B-8B43-92DBF58F1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F2FA-CA34-8E8D-A2F4-CBDD1BA80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EBADDC-94D9-4639-8D63-9118989D132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BB051-00A8-BE35-C443-7EDEE1F4E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BC51-8563-67F2-0196-C684D1AF7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FDA1C-AD57-4A51-9D6E-5737CE5B1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2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58F24F-C743-A362-4C79-52205432AEE5}"/>
              </a:ext>
            </a:extLst>
          </p:cNvPr>
          <p:cNvSpPr/>
          <p:nvPr/>
        </p:nvSpPr>
        <p:spPr>
          <a:xfrm>
            <a:off x="59266" y="143933"/>
            <a:ext cx="12073467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NAVIGATION PANE (HOME, ABOUT, PORTFOLIO, </a:t>
            </a:r>
            <a:br>
              <a:rPr lang="en-US" dirty="0"/>
            </a:br>
            <a:r>
              <a:rPr lang="en-US" dirty="0"/>
              <a:t>SERVICES, BOOKING)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9B5602-35F6-1709-D716-820989D98065}"/>
              </a:ext>
            </a:extLst>
          </p:cNvPr>
          <p:cNvSpPr/>
          <p:nvPr/>
        </p:nvSpPr>
        <p:spPr>
          <a:xfrm>
            <a:off x="228601" y="270933"/>
            <a:ext cx="1439332" cy="65193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4DBF23-6254-E38F-6605-46EB12B47358}"/>
              </a:ext>
            </a:extLst>
          </p:cNvPr>
          <p:cNvSpPr/>
          <p:nvPr/>
        </p:nvSpPr>
        <p:spPr>
          <a:xfrm>
            <a:off x="152400" y="1227203"/>
            <a:ext cx="3657600" cy="804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Tell me about your tattoo idea and I’ll get back to you  as soon as possible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A8D09-B2F8-84FC-5120-33FBF501C7B1}"/>
              </a:ext>
            </a:extLst>
          </p:cNvPr>
          <p:cNvSpPr txBox="1"/>
          <p:nvPr/>
        </p:nvSpPr>
        <p:spPr>
          <a:xfrm>
            <a:off x="152400" y="2191939"/>
            <a:ext cx="1715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Contact details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B189E2-E573-F526-121F-C8C2A7BEAB0F}"/>
              </a:ext>
            </a:extLst>
          </p:cNvPr>
          <p:cNvSpPr/>
          <p:nvPr/>
        </p:nvSpPr>
        <p:spPr>
          <a:xfrm>
            <a:off x="152400" y="2476605"/>
            <a:ext cx="2031999" cy="11809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 name</a:t>
            </a:r>
            <a:br>
              <a:rPr lang="en-US" dirty="0"/>
            </a:br>
            <a:r>
              <a:rPr lang="en-US" dirty="0"/>
              <a:t>Phone/WhatsApp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D5E521-5E49-90DB-E070-F4D82E44E5D4}"/>
              </a:ext>
            </a:extLst>
          </p:cNvPr>
          <p:cNvSpPr txBox="1"/>
          <p:nvPr/>
        </p:nvSpPr>
        <p:spPr>
          <a:xfrm>
            <a:off x="228601" y="3852333"/>
            <a:ext cx="1552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Tattoo Details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2122D6-B888-33BE-50DE-2626A62D0AE1}"/>
              </a:ext>
            </a:extLst>
          </p:cNvPr>
          <p:cNvSpPr txBox="1"/>
          <p:nvPr/>
        </p:nvSpPr>
        <p:spPr>
          <a:xfrm>
            <a:off x="152400" y="4231731"/>
            <a:ext cx="2818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[Describe your tattoo idea]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6F09A2-AC69-B21D-0CC5-E11D1906F1CB}"/>
              </a:ext>
            </a:extLst>
          </p:cNvPr>
          <p:cNvSpPr txBox="1"/>
          <p:nvPr/>
        </p:nvSpPr>
        <p:spPr>
          <a:xfrm>
            <a:off x="304800" y="4795795"/>
            <a:ext cx="3862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Style:		[Select style]</a:t>
            </a:r>
          </a:p>
          <a:p>
            <a:r>
              <a:rPr lang="en-US" dirty="0"/>
              <a:t>Placement:	[Enter placement]</a:t>
            </a:r>
          </a:p>
          <a:p>
            <a:r>
              <a:rPr lang="en-US" dirty="0"/>
              <a:t>Size:		[Approximate size]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5C8182-26AB-B8C8-D8FF-D034894A405B}"/>
              </a:ext>
            </a:extLst>
          </p:cNvPr>
          <p:cNvSpPr txBox="1"/>
          <p:nvPr/>
        </p:nvSpPr>
        <p:spPr>
          <a:xfrm>
            <a:off x="414867" y="5994400"/>
            <a:ext cx="1853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 image</a:t>
            </a:r>
            <a:br>
              <a:rPr lang="en-US" dirty="0"/>
            </a:br>
            <a:r>
              <a:rPr lang="en-US" dirty="0"/>
              <a:t>[ Upload Image ]</a:t>
            </a:r>
          </a:p>
        </p:txBody>
      </p:sp>
    </p:spTree>
    <p:extLst>
      <p:ext uri="{BB962C8B-B14F-4D97-AF65-F5344CB8AC3E}">
        <p14:creationId xmlns:p14="http://schemas.microsoft.com/office/powerpoint/2010/main" val="3169085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4550F68-E0FE-17AD-5916-E39F4C659FC6}"/>
              </a:ext>
            </a:extLst>
          </p:cNvPr>
          <p:cNvSpPr/>
          <p:nvPr/>
        </p:nvSpPr>
        <p:spPr>
          <a:xfrm>
            <a:off x="254000" y="152400"/>
            <a:ext cx="2226733" cy="1210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APPOINTMENT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76A7B-0860-8E97-E612-04F9229CA0AD}"/>
              </a:ext>
            </a:extLst>
          </p:cNvPr>
          <p:cNvSpPr txBox="1"/>
          <p:nvPr/>
        </p:nvSpPr>
        <p:spPr>
          <a:xfrm>
            <a:off x="550333" y="1566333"/>
            <a:ext cx="21533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PREFERRED DATE:</a:t>
            </a:r>
          </a:p>
          <a:p>
            <a:r>
              <a:rPr lang="en-US" dirty="0"/>
              <a:t>ALTERNATIVE DATE:</a:t>
            </a:r>
          </a:p>
          <a:p>
            <a:r>
              <a:rPr lang="en-US" dirty="0"/>
              <a:t>PREFERRED TIME: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984A0-E7D3-6AAD-795A-EDC564C4692F}"/>
              </a:ext>
            </a:extLst>
          </p:cNvPr>
          <p:cNvSpPr/>
          <p:nvPr/>
        </p:nvSpPr>
        <p:spPr>
          <a:xfrm>
            <a:off x="330200" y="2895600"/>
            <a:ext cx="2226733" cy="465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Anything else you want to know?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38DAC7-8889-5C67-9252-1BD1BE1B17F0}"/>
              </a:ext>
            </a:extLst>
          </p:cNvPr>
          <p:cNvSpPr/>
          <p:nvPr/>
        </p:nvSpPr>
        <p:spPr>
          <a:xfrm>
            <a:off x="3826934" y="3809999"/>
            <a:ext cx="2269066" cy="804333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 SEND ENQUIRY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BB6BC-FF02-123F-1EB8-AC6A48031257}"/>
              </a:ext>
            </a:extLst>
          </p:cNvPr>
          <p:cNvSpPr txBox="1"/>
          <p:nvPr/>
        </p:nvSpPr>
        <p:spPr>
          <a:xfrm>
            <a:off x="3293533" y="4969933"/>
            <a:ext cx="3567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Response time: 1-3 business days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FD5ED3-382D-B94D-248A-2E0058D7F12F}"/>
              </a:ext>
            </a:extLst>
          </p:cNvPr>
          <p:cNvSpPr/>
          <p:nvPr/>
        </p:nvSpPr>
        <p:spPr>
          <a:xfrm>
            <a:off x="3293533" y="5562600"/>
            <a:ext cx="3733800" cy="728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809C54-ED24-7429-32F7-5AF7B39E7E4A}"/>
              </a:ext>
            </a:extLst>
          </p:cNvPr>
          <p:cNvSpPr txBox="1"/>
          <p:nvPr/>
        </p:nvSpPr>
        <p:spPr>
          <a:xfrm>
            <a:off x="4826000" y="65108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C85C6F-F4D1-0370-C36F-F5CBEFBB5FC6}"/>
              </a:ext>
            </a:extLst>
          </p:cNvPr>
          <p:cNvSpPr txBox="1"/>
          <p:nvPr/>
        </p:nvSpPr>
        <p:spPr>
          <a:xfrm>
            <a:off x="3691078" y="6317735"/>
            <a:ext cx="316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Instagram | Contact | Location</a:t>
            </a:r>
          </a:p>
        </p:txBody>
      </p:sp>
    </p:spTree>
    <p:extLst>
      <p:ext uri="{BB962C8B-B14F-4D97-AF65-F5344CB8AC3E}">
        <p14:creationId xmlns:p14="http://schemas.microsoft.com/office/powerpoint/2010/main" val="3538853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110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Keanan Freeman</dc:creator>
  <cp:lastModifiedBy>Keanan Freeman</cp:lastModifiedBy>
  <cp:revision>1</cp:revision>
  <dcterms:created xsi:type="dcterms:W3CDTF">2026-08-21T15:48:07Z</dcterms:created>
  <dcterms:modified xsi:type="dcterms:W3CDTF">2026-08-21T16:02:42Z</dcterms:modified>
</cp:coreProperties>
</file>